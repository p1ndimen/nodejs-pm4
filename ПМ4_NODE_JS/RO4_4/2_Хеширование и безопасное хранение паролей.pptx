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368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2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4.4. Аутентификация, авторизация, безопасность и интеграция 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Хеширование и безопасное хранение паролей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Argon2id, salt, стоимость вычисления и безопасный passwordService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Объяснять, почему пароль нельзя хранить в открытом виде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Различать hashing и encryption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назначение salt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Объяснять, почему быстрые hash-функции не подходят для password 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преимущества memory-hard алгоритмов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Argon2id для password hashing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argon2.hash() и argon2.verify()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memoryCost, timeCost и parallelism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Интегрировать passwordService в register/login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возвращать passwordHash клиенту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Почему пароль нужно хешировать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Угроза утечки базы, hashing vs encryption и fast hash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Salt и структура password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Уникальный salt и закодированная строка Argon2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Argon2id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Memory-hard hashing и параметры стоимости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hash() и verify() в 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Практическая реализация passwordService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Интеграция и эксплуатация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Register/login, rehash, ошибки и правила безопасности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Почему пароль нужно хешировать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Утечка базы не должна раскрывать исходные passwords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Главная угроза: компрометация базы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База данных может быть украдена из резервной копии, SQL-инъекции или скомпрометированного сервера.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password хранится открытым текстом, злоумышленник получает его сразу.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Пользователи часто повторно используют passwords на разных сервисах.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даже администратор базы не должен иметь возможность прочитать исходный password.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Password storage проектируется с предположением, что hashes однажды могут попасть к атакующему.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Hashing и encryption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Одностороннее преобразование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Исходное значение не требуется восстанавливать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проверки password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 login выполняется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Обратимое преобразование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Данные можно расшифровать при наличии ключа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Подходит для данных, которые нужно восстановить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Для password storage обычно не используется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хранить в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Поле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Хранить?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Причина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password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Исходный секрет нельзя сохранять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passwordHash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Используется для проверки password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salt отдельно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Обычно не требуется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Современный Argon2 encoding включает salt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алгоритм и параметры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Да, внутри encoded hash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Нужны для последующей verify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Plaintext vs Encryption vs Password Hashing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FA7665-AE11-4616-2818-16F4DFBAF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9"/>
            <a:ext cx="12192000" cy="68473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SHA-256 недостаточно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SHA-256 разработан как быстрый криптографический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файлов и цифровых подписей скорость полезна.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password storage высокая скорость помогает атакующему проверять огромное количество guesses.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Password hashing должен быть намеренно дорогим по CPU и памяти.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Поэтому используются Argon2id, scrypt, bcrypt или PBKDF2, а не обычный SHA-256.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Offline password cracking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кражи базы атакующий может проверять guesses локально.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Сервер уже не может применить rate limit к этим попыткам.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Защита зависит от сложности password и стоимости одного вычисления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Memory-hard алгоритмы увеличивают стоимость массового перебора на GPU и специализированном оборудовании.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Salt и структура password 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Одинаковые passwords не должны давать одинаковые сохранённые значения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salt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Salt — случайное уникальное значение, которое участвует в password hashing.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каждой учётной записи используется собственный salt.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Salt не является секретом.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Salt хранится вместе с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Одинаковый password с разными salts даёт разные encoded hashes.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Salt защищает от заранее рассчитанных rainbow tables.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Одинаковый password — разные hashes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Два пользователя выбирают один 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User A: password = Example123!
User B: password = Example123!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Hash A: $argon2id$...$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saltA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$...
Hash B: $argon2id$...$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saltB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$...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Уникальный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salt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делает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сохранённые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значения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различными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Encoded hash содержит метаданные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Современный Argon2 hash обычно хранится в PHC-подобной строке.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Строка содержит вариант алгоритма.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Содержит версию и параметры стоимости.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Содержит salt.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Содержит итоговый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Благодаря этому verify знает, как проверить password.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Пример Argon2id encoded string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endParaRPr lang="ru-RU" sz="1800" b="0" i="0" dirty="0">
              <a:solidFill>
                <a:srgbClr val="F8FAFC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endParaRPr lang="ru-RU" dirty="0">
              <a:solidFill>
                <a:srgbClr val="F8FAFC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$argon2id$v=19$m=65536,t=3,p=4$&lt;salt&gt;$&lt;hash&gt;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Salt: одинаковый password → разные Argon2id hashes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6A5842-7CAA-53BF-D543-B49A86B3A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Argon2id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Memory-hard password hashing для современных приложений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Argon2id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Argon2id — вариант Argon2, предназначенный для password hashing и сочетающий защитные свойства Argon2i и Argon2d.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Argon2 победил Password Hashing Competition.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Argon2id устойчив к массовому перебору на GPU благодаря затратам памяти.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OWASP рекомендует Argon2id для новых приложений.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Стоимость вычисления можно адаптировать к возможностям сервера.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Argon2: три основных параметра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Параметр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регулирует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Эффект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memoryCost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Объём используемой памяти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Увеличивает стоимость атаки по памяти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timeCost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Количество проходов/итераций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Увеличивает время вычисления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parallelism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Степень параллельности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Определяет число lanes/параллельных вычислений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Memory-hard — ключевая идея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Обычный быстрый hash в основном требует вычислительной мощности.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Argon2 дополнительно требует значительный объём памяти.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 массовом переборе память становится дорогим ограничивающим ресурсом.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Цель — сделать один login приемлемым для сервера, но миллионы guesses дорогими для атакующего.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Ориентир OWASP для Argon2id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memoryCost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timeCost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parallelism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Комментарий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19 MiB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Минимальная рекомендуемая конфигурация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46 MiB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Альтернативный баланс CPU/RAM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12 MiB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Больше итераций, меньше памяти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 максимизируйте параметры бездумно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Слишком дешёвый hash облегчает brute force.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Слишком дорогой hash замедляет login легитимных пользователей.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Очень тяжёлый hash может усилить DoS-риск при массовых запросах login.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Параметры выбирают на реальном сервере и периодически пересматривают.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OWASP рекомендует держать вычисление hash практически приемлемым для приложения.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Argon2id: password + salt + memory/time cost → encoded hash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123B31-E20B-086F-37A1-92B10690B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hash() и verify() в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Пакет argon2 скрывает низкоуровневую криптографию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Пакет argon2 для Node.js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Пакет предоставляет async hash() и verify().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Argon2id используется по умолчанию.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Salt генерируется библиотекой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hash() возвращает encoded string.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verify() получает encoded hash и введённый password.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Установка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</a:p>
          <a:p>
            <a:pPr algn="l">
              <a:spcAft>
                <a:spcPts val="400"/>
              </a:spcAft>
            </a:pP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install argon2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Хеширование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* as argon2 from "argon2";
const passwordHash = await argon2.hash(password);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password существует в памяти приложения только во время обработки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argon2.hash() генерирует salt автоматически.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Результат содержит алгоритм, параметры, salt и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PostgreSQL сохраняется passwordHash.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const valid = await argon2.verify(
  user.passwordHash,
  password
);
if (!valid) {
  return null;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Сначала загружается сохранённый passwordHash.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verify() извлекает параметры и salt из encoded string.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Введённый password проверяется относительно сохранённого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Исходный password из hash не восстанавливается.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argon2.hash() при register и argon2.verify() при login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3435E4-CFA4-AF18-8C14-9FFA1EA0B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passwordService.js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import * as argon2 from "argon2";
export async function hashPassword(password) {
  return argon2.hash(password);
}
export async function verifyPassword(passwordHash, password) {
  return argon2.verify(passwordHash, password);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Криптографическая логика изолирована в отдельном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Auth Service не зависит от деталей библиотеки.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Позже алгоритм или параметры можно изменить централизованно.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не нужно вручную генерировать salt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Современная password-hashing библиотека должна корректно генерировать случайный salt.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Ручная генерация salt добавляет лишний код и риск ошибки.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node-argon2 сам формирует encoded hash со всеми нужными данными.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таблице users достаточно одного поля passwordHash.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нельзя делать с hash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сравнивайте passwordHash через обычное ===.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хешируйте введённый password заново и не сравнивайте две строки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Новый вызов hash() использует новый salt и создаёт другое значение.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проверки всегда используйте verify(storedHash, password).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Интеграция и эксплуатация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Password hashing становится частью register/login, но не всего 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Register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7" y="1261872"/>
            <a:ext cx="7487461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6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registerUser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 name, email, password }) {
  const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passwordHash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= await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hashPassword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(password);
  return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prisma.user.create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({
    data: { name, email, </a:t>
            </a:r>
            <a:r>
              <a:rPr sz="1600" b="0" i="0" dirty="0" err="1">
                <a:solidFill>
                  <a:srgbClr val="F8FAFC"/>
                </a:solidFill>
                <a:latin typeface="Consolas"/>
              </a:rPr>
              <a:t>passwordHash</a:t>
            </a:r>
            <a:r>
              <a:rPr sz="1600" b="0" i="0" dirty="0">
                <a:solidFill>
                  <a:srgbClr val="F8FAFC"/>
                </a:solidFill>
                <a:latin typeface="Consolas"/>
              </a:rPr>
              <a:t> },
    select: { id: true, name: true, email: true, role: true }
  });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92133" y="120472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93301" y="140589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8437" y="191795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password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приходит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HTTP body.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Перед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записью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вызывается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hashPassword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В Prisma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передаётся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passwordHash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select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исключает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passwordHash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из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ответа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Login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351776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authenticateUser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(email, password) {
  const user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prisma.user.findUnique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({ where: { email } });
  if (!user) return null;
  const valid = await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verifyPassword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(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user.passwordHash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 password);
  if (!valid) return null;
  return {
    id: user.id,
    name: user.name,
    email: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user.email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,
    role: </a:t>
            </a:r>
            <a:r>
              <a:rPr sz="1400" b="0" i="0" dirty="0" err="1">
                <a:solidFill>
                  <a:srgbClr val="F8FAFC"/>
                </a:solidFill>
                <a:latin typeface="Consolas"/>
              </a:rPr>
              <a:t>user.role</a:t>
            </a:r>
            <a:r>
              <a:rPr sz="1400" b="0" i="0" dirty="0">
                <a:solidFill>
                  <a:srgbClr val="F8FAFC"/>
                </a:solidFill>
                <a:latin typeface="Consolas"/>
              </a:rPr>
              <a:t>
  };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47888" y="1233555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49056" y="1434723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946787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Login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создаёт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новый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Используется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verify()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относительно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сохранённого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encoded hash.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И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неизвестный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email, и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неверный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password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дают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одинаковый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внешний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результат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passwordHash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остаётся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только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сервере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хранится после регистрации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POST /api/auth/register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{
  "email": "alex@example.com",
  "password": "ExamplePassword123!"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 dirty="0" err="1">
                <a:solidFill>
                  <a:srgbClr val="14B8A6"/>
                </a:solidFill>
                <a:latin typeface="Consolas"/>
              </a:rPr>
              <a:t>Результат</a:t>
            </a:r>
            <a:r>
              <a:rPr sz="1800" b="1" i="0" dirty="0">
                <a:solidFill>
                  <a:srgbClr val="14B8A6"/>
                </a:solidFill>
                <a:latin typeface="Consolas"/>
              </a:rPr>
              <a:t> </a:t>
            </a:r>
            <a:r>
              <a:rPr lang="ru-RU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users.password_hash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= $argon2id$...
HTTP response = { id, name, email, role 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Исходный password не сохраняется и не возвращается.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Полный путь password: register → hash → DB → login → verify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D77B1A3-A89C-36A8-F671-372BF1EBF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Изменение параметров со временем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Аппаратное обеспечение становится быстрее.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Стоимость password hashing следует периодически пересматривать.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Encoded hash хранит параметры старого вычисления.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успешного login старый hash можно пересчитать с более сильными параметрами.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Обновление можно выполнять постепенно при входе пользователей.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Pepper — дополнительный слой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Pepper — общий секрет приложения, дополнительный к уникальному salt.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Pepper не хранится рядом с password hashes в базе.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Его следует хранить в secrets manager или защищённой конфигурации.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Pepper усложняет эксплуатацию и ротацию.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учебного Internet Shop pepper не требуется.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Password policy и hashing — разные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Hashing защищает сохранённые credentials.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Password policy влияет на устойчивость самого password к guessing.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следует полагаться только на сложность алгоритма.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Rate limiting защищает online login attempts.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MFA дополнительно снижает риск компрометации одного password.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Правила реализации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Никогда не хранить plaintext password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использовать MD5, SHA-1 или простой SHA-256 для password storage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специализированный password hashing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Для новых приложений предпочитать Argon2id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Доверять библиотеке генерацию salt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verify(), а не ручное сравнение hashes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возвращать passwordHash клиенту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Не писать password и passwordHash в обычные application logs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HTTPS для передачи credentials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Типичные ошибки студентов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Ошибка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Почему плохо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Правильно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Сохранить password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Утечка раскрывает credentials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Сохранять passwordHash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SHA-256(password)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Слишком быстрый для password storage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Argon2id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Один общий salt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Одинаковые passwords легче сопоставлять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Уникальный salt автоматически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hash(password) === storedHash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Новый salt создаёт новый hash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argon2.verify()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Вернуть User целиком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Может утечь passwordHash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Использовать select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Производительность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Password verification намеренно дороже обычных операций.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Это нормально для authentication endpoint.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следует выполнять Argon2 для каждого обычного API-запроса.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login пользователь идентифицируется через session или token.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Rate limiting помогает защитить login endpoint от массового перебора.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passwordService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Проверьте, как Argon2id создаёт и проверяет hashes.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два hash одного password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Сравнить строки и убедиться, что они различаются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оба hash через verify()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неправильный password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Рассмотреть encoded string и найти обозначение argon2id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Два hash одного password различаются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verify() возвращает true для правильного password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verify() возвращает false для неправильного password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Студент объясняет роль salt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Небольшой эксперимент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7384222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JAVASCRIPT</a:t>
            </a:r>
          </a:p>
          <a:p>
            <a:pPr algn="l">
              <a:lnSpc>
                <a:spcPct val="88000"/>
              </a:lnSpc>
            </a:pPr>
            <a:r>
              <a:rPr sz="1400" b="0" i="0" dirty="0">
                <a:solidFill>
                  <a:srgbClr val="F8FAFC"/>
                </a:solidFill>
                <a:latin typeface="Consolas"/>
              </a:rPr>
              <a:t>const hash1 = await argon2.hash("Example123!");
const hash2 = await argon2.hash("Example123!");
console.log(hash1 === hash2); // false
console.log(await argon2.verify(hash1, "Example123!")); // true
console.log(await argon2.verify(hash1, "wrong")); // false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8894" y="127448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90062" y="147565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5198" y="198771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Одинаковый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password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даёт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разные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encoded hashes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из-за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разных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salts.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Различие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hashes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не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мешает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verify().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Это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ожидаемое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правильное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172033"/>
                </a:solidFill>
                <a:latin typeface="Aptos"/>
              </a:rPr>
              <a:t>поведение</a:t>
            </a:r>
            <a:r>
              <a:rPr sz="20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Архитектура безопасного password storage в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C655D8-9292-0EEB-99AD-4085F7C10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Почему password нельзя хранить открытым текстом?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hashing отличается от encryption?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Почему SHA-256 не подходит для password storage?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Что такое salt?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Нужно ли скрывать salt?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Почему два одинаковых passwords дают разные Argon2 hashes?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Что регулируют memoryCost и timeCost?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Для чего используется argon2.verify()?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Почему нельзя сравнивать новый hash password со storedHash через ===?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Почему passwordHash нельзя отправлять frontend?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Passwords должны храниться только в виде специализированных password hashes.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Hashing является односторонним, в отличие от encryption.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Быстрые hash-функции не подходят для password storage.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Уникальный salt защищает от precomputed attacks и одинаковых hashes.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Argon2id — современный memory-hard алгоритм для password hashing.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node-argon2 использует Argon2id по умолчанию и автоматически создаёт salt.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32806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hash() используется при регистрации и смене password.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25709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verify() используется при login.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18612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passwordService изолирует криптографическую логику.</a:t>
            </a:r>
          </a:p>
        </p:txBody>
      </p:sp>
      <p:sp>
        <p:nvSpPr>
          <p:cNvPr id="23" name="Oval 22"/>
          <p:cNvSpPr/>
          <p:nvPr/>
        </p:nvSpPr>
        <p:spPr>
          <a:xfrm>
            <a:off x="6199632" y="511515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1424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passwordHash никогда не должен попадать в клиентский ответ.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4.4 • Password Hashing • Argon2id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2694</Words>
  <Application>Microsoft Office PowerPoint</Application>
  <PresentationFormat>Широкоэкранный</PresentationFormat>
  <Paragraphs>447</Paragraphs>
  <Slides>48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Хеширование и безопасное хранение паролей</dc:title>
  <dc:subject>Argon2id, salt, passwordService и безопасный register/login</dc:subject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2026-09-22T11:40:09Z</dcterms:modified>
  <cp:category/>
</cp:coreProperties>
</file>