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9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4.4. Аутентификация, авторизация, безопасность и интеграция 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Авторизация и разграничение доступа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RBAC, проверка владельца ресурса, 401/403 и защита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Authentication и Authorization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принцип deny by default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принцип least privilege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401 Unauthorized и 403 Forbidden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Реализовывать Role-Based Access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middleware requireRole()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Защищать административные CRUD endpoints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владельца конкретного ресурса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доверять userId и role из HTTP body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Выполнять authorization check на каждом защищённом запросе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Authentication vs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Кто пользователь и что ему разрешено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Роли user/admin и middleware requireRole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Защита REST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401, 403 и server-side access control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Доступ к конкретным объектам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Проверка владельца Order и защита от IDOR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Безопасная архитектура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Least privilege, deny by default и проверка каждого запроса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Authentication vs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Сначала устанавливаем identity, затем принимаем решение о доступе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Authentication и Authorization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Authentication — AuthN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Кто отправил запрос?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identity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Login и JWT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requireAuth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Результат: req.user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Authorization — AuthZ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Можно ли этому User выполнить действие?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role, ownership и другие правила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requireRole или проверка в Service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Выполняется после Authentication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Результат: allow или deny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Аутентифицированный пользователь не получает доступ ко всему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User может успешно пройти login и иметь валидный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подтверждает identity, но не даёт автоматически административные права.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Покупатель может просматривать свои заказы.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Admin может управлять каталогом товаров.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Каждое чувствительное действие требует отдельного authorization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Примеры правил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Действие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Гость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User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Admin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GET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Разрешено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Разрешено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Разрешено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POST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Разрешено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PATCH /api/products/:id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Разрешено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 /api/products/:id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Разрешено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GET /api/orders/my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Разрешено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Разрешено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GET чужого заказа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Запрещено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Зависит от политики приложения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Authentication → Authorization → Resource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F46966-46BD-9A2D-74E3-6A53C1B27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Deny by 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правило явно не разрешает действие, доступ должен быть запрещён.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Новый endpoint не должен случайно оказаться доступным всем.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Разрешения добавляются явно.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Middleware и Service должны иметь понятные правила доступа.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Безопасная политика начинается с запрета, а не с разрешения.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Least privilege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и сервис должны получать только минимально необходимые права.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Обычный User не должен иметь административные права.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Admin получает дополнительные разрешения только для нужных операций.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 должен содержать только необходимые authorization claims.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не определяет реальные права пользователя.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RBAC принимает решение на основании роли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Role-Based Access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RBAC — модель, в которой разрешения назначаются ролям, а пользователю назначается одна или несколько ролей.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учебного Internet Shop используем роли user и admin.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user — обычный покупатель.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admin — управление каталогом и административные операции.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Роль хранится в User и включается в access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Authorization middleware сравнивает роль с разрешёнными ролями.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Role в User и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PRISMA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model User {
  id           Int      @id @default(autoincrement())
  name         String
  email        String   @unique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passwordHash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String   @map("password_hash")
  role         String   @default("user")
  orders       Order[]
  @@map("users")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 умолчанию новый пользователь получает role =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Регистрационный endpoint не должен принимать role из req.body.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Admin назначается доверенной административной процедурой.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нельзя принимать role при регистрации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 body полностью контролируется клиентом.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Атакующий может отправить role: admin.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сервер доверится этому значению, возникнет vertical privilege escalation.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Публичная регистрация должна сама назначать безопасную роль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Повышение роли выполняется только доверенным серверным механизмом.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Опасный register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POST /api/auth/register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JSON</a:t>
            </a: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{
  "name": "Attacker",
  "email": "attacker@example.com",
  "password": "Example123!",
  "role": "admin"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Сервер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игнорирует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role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из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body и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создаёт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пользователя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с role = user.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Authorization attributes нельзя доверять клиентскому вводу.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JWT содержит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return jwt.sign(
  { role: user.role },
  process.env.JWT_SECRET,
  {
    algorithm: "HS256",
    subject: String(user.id),
    issuer: process.env.JWT_ISSUER,
    audience: process.env.JWT_AUDIENCE,
    expiresIn: process.env.JWT_EXPIRES_IN
  }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sub идентифицирует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role используется для простого RBAC.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Claims становятся доверенными только после jwt.verify().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Роль в JWT является snapshot на момент выпуска 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Role в JWT может устареть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роль User изменилась в PostgreSQL, уже выданный JWT не меняется.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Старая роль может действовать до expiration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Короткий срок жизни access token уменьшает это окно.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критичных действий можно дополнительно загрузить актуальный User из базы.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изменения роли пользователю целесообразно получить новый access token.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requireRole()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function requireRole(...allowedRoles) {
  return function (req, res, next) {
    if (!req.user) {
      return res.status(401).json({
        error: "Authentication required"
      });
    }
    if (!allowedRoles.includes(req.user.role)) {
      return res.status(403).json({
        error: "Forbidden"
      });
    }
    next();
  };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Middleware предполагает, что requireAuth уже создал req.user.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allowedRoles определяет допустимые роли.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Недостаточная роль приводит к 403.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При успехе запрос передаётся 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requireAuth → requireRole(admin) → Admin Controller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3CEE27F-8831-10BD-E3A8-3AC913EF4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Защита REST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Access control должен выполняться на сервере для каждого запроса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401 и 403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448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Когда использовать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401 Unauthorized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Нет действительных authentication credentials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JWT отсутствует, неверен или expired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403 Forbidden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Identity известна, но прав недостаточно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 пытается вызвать admin endpoint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Frontend не является механизмом безопасности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скрыть кнопку Delete для обычного User.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 пользователь может вручную отправить DELETE через DevTools, curl или Postman.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Реальная проверка должна выполняться backend.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UI-проверка нужна для удобства, server-side authorization — для безопасности.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Каждый защищённый endpoint должен проверять доступ независимо.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Admin-only Product routes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166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 err="1">
                <a:solidFill>
                  <a:srgbClr val="F8FAFC"/>
                </a:solidFill>
                <a:latin typeface="Consolas"/>
              </a:rPr>
              <a:t>router.post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
  "/",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requireAuth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,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requireRole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("admin"),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createProduct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
);
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router.patch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
  "/:id",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requireAuth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,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requireRole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("admin"),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updateProduct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
);
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router.delete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
  "/:id",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requireAuth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,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requireRole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("admin"),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deleteProduct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requireAuth выполняется первым.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requireRole проверяет admin.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запускается только после обеих проверок.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GET каталога можно оставить публичным.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происходит при DELETE /api/products/15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Проверка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requireAuth подтверждает identity.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Проверка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requireRole проверяет admin.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Получает запрос только при разрешённом доступе.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Выполняет бизнес-логику удаления.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Изменение выполняется только после всех проверок.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401 vs 403 в защищённом REST API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6B4728-BFF7-5DD6-0F99-F0AB6B0E5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User и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Просмотр каталога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Создание собственного заказа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Просмотр собственных заказов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Нет управления 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Нет управления чужими пользователями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Все разрешения обычного пользователя по выбранной политике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Создание 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Изменение 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Удаление 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Административные функции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дублируйте authorization logic хаотично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Role checks для маршрутов удобно централизовать в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Object ownership часто проверяется в Service вместе с запросом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Одинаковые правила должны использовать общие функции.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Разрозненные if-проверки легче забыть при добавлении нового endpoint.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Доступ к конкретным объектам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Role недостаточно: нужно проверять, кому принадлежит конкретный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Проблема IDOR / object-level authorization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имеет право читать свои Order.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не означает право читать любой Order.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endpoint использует только req.params.id, клиент может подставить другой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Предсказуемый id не является механизмом защиты.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должен проверять связь ресурса с текущим req.user.id.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Опасный endpoint без ownership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GET /api/orders/101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spcAft>
                <a:spcPts val="5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const order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prisma.order.findUnique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
  where: { id: Number(req.params.id) }
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Если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Order 101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принадлежит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другому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User,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данные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всё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равно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могут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быть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возвращены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Проверка только id ресурса недостаточна.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Безопасный запрос: id + userId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894576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findOwnOrder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orderId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userId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 {
  return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prisma.order.findFirst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
    where: {
      id: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orderId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
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userId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    },
    include: {
      items: {
        include: { product: true }
      }
   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userId берётся из req.user.id.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запрос одновременно входит id заказа и его владелец.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Чужой Order не будет возвращён.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Так ownership становится частью запроса к данным.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использует req.user.id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getMyOrder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(req, res, next) {
  try {
    const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orderId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Number(req.params.id);
    const order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findOwnOrder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
  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orderId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,
      req.user.id
    );
    if (!order) {
      return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(404).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
        error: "Order not found"
      });
    }
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(order);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Identity приходит из проверенного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Клиент не выбирает userId.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Отсутствующий или чужой заказ можно одинаково представить как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 уменьшает раскрытие существования чужих ресурсов.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Object-level authorization: Order.id + req.user.id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B2B49C-2DC3-B3E8-CACC-C9DFEC88F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Создание заказа: больше не доверяем userId из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Раньше учебный POST /api/orders мог принимать userId от клиента.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появления Authentication это больше не требуется.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Владелец заказа определяется по req.user.id.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передаёт только items.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 невозможно создать заказ от имени другого пользователя простой подменой JSON.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POST /api/orders с authenticated 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369474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createOrderController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(req, res, next) {
  try {
    const order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createOrder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
      req.user.id,
  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req.body.items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
    );
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(201).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(order);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4146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75314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0450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userId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приходит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req.user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items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приходят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validated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доверенный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id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аутентифицированного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пользователя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Небезопасный и безопасный подход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Небезопасно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body.userId определяет владельца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Клиент может подменить 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findUnique только по order.id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UI скрывает чужие ссылки, но backend не проверяет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Безопаснее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req.user.id определяет владельца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JWT предварительно проверен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Запрос учитывает order.id + userId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Backend принимает окончательное решение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Безопасная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Authorization — сквозное правило, а не одна 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Три уровня Authorization: route role check → service ownership → database query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8793C3-5929-37D8-4C9D-E444A74C1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Authorization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Deny by default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Least privilege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доступ на каждом защищённом запросе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доверять role из HTTP body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доверять userId клиента как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ownership конкретного объекта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считать скрытую кнопку защитой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401 для отсутствующей Authentication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403 при недостаточных правах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Логировать отказы доступа без утечки чувствительных данных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Authorization checks должны быть серверными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может знать role для настройки интерфейса.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может скрывать недоступные действия.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 любой frontend-код находится под контролем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обязан повторно проверить role и ownership.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Ни один UI-флаг вроде isAdmin не является доказательством права доступа.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Проверяйте каждый запрос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Предыдущий успешный запрос не гарантирует право на следующий.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Каждый endpoint должен самостоятельно проходить access control.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Особенно важны create, update, delete и доступ к персональным объектам.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OWASP рекомендует проверять разрешение для конкретного объекта или функции на каждом запросе.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логировать при отказе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логировать user id, endpoint, method и тип отказа.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логируйте полный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логируйте password или passwordHash.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Authorization failures полезны для расследования атак и ошибок конфигурации.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Логи сами должны быть защищены от несанкционированного доступа.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Типичные ошибки разграничения доступа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Ошибка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Риск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Исправление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role принимается из register body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Vertical privilege escalation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Назначать user на сервере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userId принимается из body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Действие от имени другого User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Использовать req.user.id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Проверяется только order.id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Доступ к чужому объекту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Проверять ownership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Кнопка скрыта только frontend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Прямой вызов API остаётся доступным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Server-side authorization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Admin route имеет только requireAuth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Любой logged-in User получает доступ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Добавить requireRole(admin)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защита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Добавьте RBAC для Product API и ownership authorization для Order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requireRole()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Оставить GET /api/products публичным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Защитить POST/PATCH/DELETE Product ролью admin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GET /api/orders/my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req.user.id вместо body.userId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Запретить получение чужого Order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401, 403 и успешные сценарии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 не может создавать или удалять 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Admin может управлять 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 видит только свои Order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Подмена userId в body не влияет на владельца заказа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Все access checks выполняются на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access-control flow Internet Shop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38A842-4EBE-D354-F8EC-5ADE8D3C6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Роль — только один из атрибутов доступа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RBAC удобен для простых систем.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Реальные правила могут учитывать владельца ресурса, статус заказа, организацию и другие атрибуты.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 User может отменить только свой Order со статусом new.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Такое правило уже сочетает identity, ownership и состояние ресурса.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Authorization следует моделировать по бизнес-правилам, а не только по ролям.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Чем Authorization отличается от Authentication?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Что означает deny by default?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Что означает least privilege?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В каком случае возвращается 401?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В каком случае возвращается 403?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Как работает requireRole()?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Почему нельзя принимать role из register body?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Почему userId владельца лучше брать из req.user?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Что такое object-level authorization?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скрытая кнопка во frontend не является защитой?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Authentication подтверждает identity, Authorization проверяет право действия.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Безопасная политика строится по принципам deny by default и least privilege.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RBAC связывает разрешения с ролями user/admin.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requireRole() выполняется после requireAuth.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401 означает отсутствие действительной Authentication, 403 — недостаточные права известного пользователя.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Frontend не является границей безопасности.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Admin CRUD endpoints должны проверяться на backend.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Object-level authorization проверяет доступ к конкретному ресурсу.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Владельца Order следует определять через req.user.id.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Каждый защищённый запрос должен проходить authorization check.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Authorization • 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3082</Words>
  <Application>Microsoft Office PowerPoint</Application>
  <PresentationFormat>Широкоэкранный</PresentationFormat>
  <Paragraphs>483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Авторизация и разграничение доступа</dc:title>
  <dc:subject>RBAC, requireRole, 401/403 и object-level authorization</dc:subject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2026-09-22T12:16:59Z</dcterms:modified>
  <cp:category/>
</cp:coreProperties>
</file>