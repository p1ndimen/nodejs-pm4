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79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4.4. Аутентификация, авторизация, безопасность и интеграция frontend/backend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Аутентификация пользователей в веб-приложениях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Как сервер узнаёт пользователя и поддерживает аутентифицированное состояние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Объяснять назначение аутентификации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Различать Authentication и Authorization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 роль identifier и credential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Объяснять процессы регистрации и входа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 проблему stateless HTTP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Различать session-based и token-based authentication на концептуальном уровне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Проектировать /api/auth/register и /api/auth/login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возвращать passwordHash клиенту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одинаковые ошибки для неверных учётных данных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Связывать frontend-форму входа с Express REST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Что такое аутентификация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Identity, credentials, Authentication и Authorization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Регистрация и вход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User model, register/login endpoints и Service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Аутентифицированное состояние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Почему после login сервер должен узнавать пользователя снова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Frontend ↔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Форма входа, fetch(), ответы API и состояние интерфейса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Базовые правила безопасности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HTTPS, одинаковые ошибки, секреты и безопасное хранение паролей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Что такое аутентификация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Сначала устанавливаем личность пользователя, затем решаем, что ему разрешено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Authentication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Аутентификация — процесс проверки того, что пользователь действительно является владельцем заявленной учётной записи.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Пользователь сообщает идентификатор, например email.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Пользователь предъявляет credential, например пароль.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Сервер проверяет credential.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 успехе приложение устанавливает аутентифицированное состояние.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 следующих запросах сервер должен снова распознавать пользователя.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Authentication и Authorization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Authentication — AuthN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Кто пользователь?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Проверяет личность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Login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Email + пароль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Создаёт аутентифицированный контекст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Authorization — AuthZ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Что пользователю разрешено?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Проверяет права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Роли и разрешения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Например admin/user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Изучим отдельно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Основные понятия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Термин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Смысл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Пример Internet Shop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Identity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Цифровая идентичность пользователя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Учётная запись покупателя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Identifier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Значение, по которому ищем учётную запись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email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Credential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Секрет или фактор подтверждения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password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Authentication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Проверка credential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POST /api/auth/login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Authenticated state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Способ узнавать пользователя после login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Session ID или token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Путь аутентификации: identifier → credential → authenticated user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A29B48D-AD47-BA48-87EB-28871F2F7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HTTP не помнит предыдущий запрос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HTTP по своей природе stateless.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 /api/auth/login и следующий GET /api/orders — разные запросы.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Сам факт успешного login не заставляет сервер автоматически помнить пользователя.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Поэтому приложение использует session ID или token.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Механизм состояния связывает последующие HTTP-запросы с аутентифицированным пользователем.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Жизненный цикл аутентификации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Идентификация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Клиент передаёт email или другой identifier.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Проверка credential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Сервер проверяет пароль или другой фактор.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Установление состояния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Создаётся session или выдаётся token.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Следующие запросы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Сервер восстанавливает identity пользователя.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Logout или expiration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Аутентифицированное состояние прекращается.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Факторы аутентификации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3432048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2993136" cy="39502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То, что пользователь знает: пароль, PIN.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353312"/>
            <a:ext cx="3432048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84192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1664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Possession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480" y="2066543"/>
            <a:ext cx="2993136" cy="39502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То, чем пользователь владеет: телефон, аппаратный ключ.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6240" y="1353312"/>
            <a:ext cx="3432048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17408" y="155448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64880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Inherence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2066543"/>
            <a:ext cx="2993136" cy="39502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То, чем пользователь является: биометрия.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Регистрация и вход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Два разных процесса: создать учётную запись и подтвердить существующую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User model для аутентификации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7" y="1261872"/>
            <a:ext cx="7326409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PRISMA</a:t>
            </a: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model User {
  id           Int      @id @default(autoincrement())
  name         String
  email        String   @unique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passwordHash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String   @map("password_hash")
  role         String   @default("user")
  orders       Order[]
  @@map("users")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7385" y="1244985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78553" y="1446153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23689" y="1958217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email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используется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как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identifier.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passwordHash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хранит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исходный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пароль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, а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результат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безопасного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password hashing.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role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понадобится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авторизации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@unique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запрещает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две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учётные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записи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с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одинаковым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email.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Пароль и passwordHash — разные данные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Пароль приходит от пользователя только при регистрации или входе.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Исходный пароль нельзя сохранять в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базе хранится passwordHash.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 login приложение сравнивает введённый пароль с hash.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этой лекции hash/verify используем как готовые операции; механизм подробно разберём на следующем занятии.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Регистрация пользователя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Получить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name, email, password приходят из frontend.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228088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54936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Проверить формат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36648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Validation проверяет обязательные поля и типы.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047999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97484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Проверить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956559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Service убеждается, что email ещё не занят.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3867911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94759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Создать passwordHash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776471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Исходный password преобразуется безопасной функцией.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68782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1467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Создать 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596383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В PostgreSQL сохраняются name, email и passwordHash.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5507736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43458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Вернуть безопасный ответ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41629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passwordHash клиенту не отправляется.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Регистрация: password приходит → passwordHash сохраняется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0E32692-E42C-E07B-CF7C-4A47C67CB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Вход пользователя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Получить email и password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Frontend отправляет credentials на login endpoint.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Найти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Service ищет учётную запись по email.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Проверить password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Введённый пароль проверяется относительно passwordHash.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Установить состояние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После успеха создаётся session или token.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Вернуть 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Клиент получает безопасные данные пользователя.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Одинаковая ошибка при неверном 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сообщайте отдельно, что email существует, но пароль неверен.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сообщайте отдельно, что такого email нет.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Оба случая должны выглядеть для внешнего клиента одинаково.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Например: Invalid email or password.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Это снижает возможность перебора существующих учётных записей.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Auth routes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router.post("/register", register);
router.post("/login", login);
router.post("/logout", logout);
router.get("/me", getCurrentUser);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Назначение Auth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 /api/auth/register — создать учётную запись.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 /api/auth/login — проверить credentials.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GET /api/auth/me — получить текущего аутентифицированного пользователя.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 /api/auth/logout — завершить аутентифицированное состояние.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Конкретная реализация /me и logout зависит от session/token механизма.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Register 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async function register(req, res, next) {
  try {
    const user = await registerUser(req.body);
    res.status(201).json(user);
  } catch (error) {
    next(error);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получает HTTP 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 выполняет логику регистрации.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не хеширует пароль.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Успешная регистрация возвращает 201.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Register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7457964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registerUser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({ name, email, password }) {
  const existing = await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prisma.user.findUnique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({ where: { email } });
  if (existing) {
    throw new Error("Email already registered");
  }
  const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passwordHash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= await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hashPassword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(password);
  return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prisma.user.create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({
    data: { name, email,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passwordHash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},
    select: { id: true, name: true, email: true, role: true }
  });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62636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63804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8940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 проверяет уникальность email.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hashPassword() скрывает детали hashing.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 Prisma сохраняется только passwordHash.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select гарантирует, что passwordHash не попадёт в ответ.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Login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7" y="1261872"/>
            <a:ext cx="7292783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authenticateUser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(email, password) {
  const user = await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prisma.user.findUnique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({ where: { email } });
  if (!user) return null;
  const valid = await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verifyPassword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user.passwordHash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, password);
  if (!valid) return null;
  return {
    id: user.id,
    name: user.name,
    email: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user.email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,
    role: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user.role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
  };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8895" y="1249336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90063" y="1450504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5199" y="1962568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 email находится User.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verifyPassword() сравнивает password с passwordHash.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При любой проблеме credentials Service возвращает null.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passwordHash не возвращается Controller.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Аутентифицированное состояние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После login нужно связать следующие запросы с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Login — это не конец процесса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Успешная проверка password подтверждает identity в конкретный момент.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Следующий HTTP-запрос снова приходит отдельно.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Серверу нужен надёжный признак аутентифицированного пользователя.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Обычно используется session ID в cookie или bearer token.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Этот признак становится ключом к восстановлению identity.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Session-based и token-based authentication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Состояние хранится на сервере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Клиент хранит session ID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Часто session ID передаётся cookie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Logout инвалидирует session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Удобно для классических web-приложений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Клиент предъявляет token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Token может содержать утверждения о пользователе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Часто передаётся как Bearer token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Нужно управлять expiration и отзывом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JWT подробно изучим отдельно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Session 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Session ID — случайный идентификатор серверной сессии.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Сам session ID не должен содержать пароль и персональные данные.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Сервер по session ID находит session и userId.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browser-приложения session ID обычно помещают в защищённую cookie.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logout session должна стать недействительной.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Bearer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Token предъявляется вместе с запросом.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Сервер проверяет token перед доступом к защищённому endpoint.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token нельзя помещать пароль.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Token должен иметь срок действия.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JWT и его проверку подробно разберём в лекции 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После login: Session ID или Bearer token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F4501B-320A-EA63-8920-8DD8BD127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Защищённый endpoint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Публичные endpoints доступны без аутентификации.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Защищённые endpoints требуют подтверждённого User.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Например, GET /api/profile или GET /api/orders/my.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Проверка выполняется middleware до Controller.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успешной проверки middleware добавляет данные пользователя в req.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Концепция auth middleware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4944" y="1261872"/>
            <a:ext cx="7381273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requireAuth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(req, res, next) {
  const identity = await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resolveIdentity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(req);
  if (!identity) {
    return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res.status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(401).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({ error: "Authentication required" });
  }
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req.user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= identity;
  next();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7385" y="1236726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78553" y="1437894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23689" y="1949958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resolveIdentity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скрывает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конкретный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session/token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механизм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Без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identity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останавливается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с 401.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При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успехе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req.user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доступен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следующему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middleware и Controller.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Конкретную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реализацию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token verification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изучим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позже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Route с requireAuth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router.get("/me", requireAuth, getCurrentUser);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Logout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Logout прекращает текущее аутентифицированное состояние.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session-based схемы сервер удаляет или инвалидирует session.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token-based схемы стратегия зависит от типа token и архитектуры.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после logout очищает своё локальное состояние пользователя.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Пароль при logout не передаётся.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Frontend ↔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Форма входа — только начало: решение принимает сервер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Frontend отправляет 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7453834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const response = await fetch("http://localhost:3000/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api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/auth/login", {
  method: "POST",
  headers: {
    "Content-Type": "application/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"
  },
  body: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JSON.stringify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({ email, password })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03642" y="1211727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04810" y="1412895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49946" y="1924959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Frontend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собирает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email и password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формы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Credentials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отправляются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только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серверу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Frontend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должен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самостоятельно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решать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правильный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ли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пароль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Ответ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API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определяет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дальнейшее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состояние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интерфейса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Успешный 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POST /api/auth/login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Код • JSON</a:t>
            </a:r>
          </a:p>
          <a:p>
            <a:pPr>
              <a:lnSpc>
                <a:spcPct val="100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{
  "email": "alex@example.com",
  "password": "ExamplePassword123!"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189133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 dirty="0" err="1">
                <a:solidFill>
                  <a:srgbClr val="14B8A6"/>
                </a:solidFill>
                <a:latin typeface="Consolas"/>
              </a:rPr>
              <a:t>Результат</a:t>
            </a:r>
            <a:r>
              <a:rPr sz="1800" b="1" i="0" dirty="0">
                <a:solidFill>
                  <a:srgbClr val="14B8A6"/>
                </a:solidFill>
                <a:latin typeface="Consolas"/>
              </a:rPr>
              <a:t> • JSON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{
  "user": {
    "id": 5,
    "name": "Alex",
    "email": "alex@example.com",
    "role": "user"
  }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957877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4085892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2944" y="4543092"/>
            <a:ext cx="3730752" cy="18928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 ответе нет password и passwordHash.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Неверные credentials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POST /api/auth/login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Код • JSON</a:t>
            </a:r>
          </a:p>
          <a:p>
            <a:pPr>
              <a:lnSpc>
                <a:spcPct val="100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{
  "email": "alex@example.com",
  "password": "wrong-password"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15087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Результат • JSON</a:t>
            </a:r>
          </a:p>
          <a:p>
            <a:pPr>
              <a:lnSpc>
                <a:spcPct val="100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{
  "error": "Invalid email or password"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666744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3794759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2944" y="4251959"/>
            <a:ext cx="3730752" cy="18928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Такая же внешняя ошибка должна использоваться и для неизвестного email.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Frontend после 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Получить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Frontend проверяет HTTP status.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Получить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При успехе сохранить безопасные данные пользователя в состоянии интерфейса.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Изменить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Показать имя пользователя, профиль и logout.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Работать с protected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Следующие запросы должны передавать session/token механизм.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Обработать 401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Показать форму входа или завершить локальную сессию интерфейса.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Frontend login → Auth API → User state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DBCA3B5-1601-2635-CE74-ACC7D5BF3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77181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Базовые правила 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Аутентификация работает с наиболее чувствительными данными приложения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Минимальные правила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HTTPS в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Никогда не хранить пароль в открытом виде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отправлять passwordHash клиенту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писать passwords и tokens в логи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одинаковые ошибки login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Ограничивать частоту попыток входа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безопасные cookies для session-based схем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Завершать или обновлять аутентификацию после чувствительных событий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HTTPS нужен не только на странице 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Credentials должны передаваться только по защищённому соединению.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Session ID и tokens также являются чувствительными данными.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login защищённым должен оставаться весь authenticated traffic.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Перехваченный session ID или token может позволить выдать себя за пользователя.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Не раскрывайте существование учётной записи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Сообщение Email not found раскрывает информацию злоумышленнику.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Сообщение Wrong password подтверждает существование email.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login лучше использовать единый ответ Invalid email or password.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Внутренние детали ошибки можно журналировать безопасно на сервере.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Пароль и полный token в лог записывать нельзя.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ещё усиливает Authentication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Rate limiting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4809744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Ограничивает массовый перебор login/password.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799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48271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MFA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66543"/>
            <a:ext cx="4809744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Добавляет второй независимый фактор аутентификации.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886200"/>
            <a:ext cx="5248655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50976" y="4087368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4014215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Reauthentication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599432"/>
            <a:ext cx="4809744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Повторно подтверждает identity перед чувствительной операцией.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3886200"/>
            <a:ext cx="5248655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799" y="4087368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1" y="4014215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Secure session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599432"/>
            <a:ext cx="4809744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Защищает session ID или token после успешного login.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Мини-практика: Auth module Internet 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Создайте register/login API и убедитесь, что passwordHash никогда не возвращается клиенту.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Добавить passwordHash в User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routes/authRoutes.js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controllers/authController.js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services/authService.js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Реализовать POST /api/auth/register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Реализовать POST /api/auth/login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Для hashing использовать готовые hashPassword() и verifyPassword()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одинаковую login-ошибку для неизвестного email и неверного password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User создаётся в PostgreSQL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 базе нет открытого password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Login принимает email и password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Правильные credentials возвращают безопасный User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Неверные credentials возвращают 401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passwordHash отсутствует во всех HTTP-ответах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Архитектура Authentication в Express Internet Shop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73D19F2-1696-6818-AD06-491AF3B4A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49"/>
            <a:ext cx="12192000" cy="684730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Что проверяет Authentication?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Чем Authentication отличается от Authorization?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Что такое identifier и credential?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Почему HTTP называют stateless?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Зачем после login нужен session ID или token?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Почему password нельзя сохранять в открытом виде?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Почему passwordHash нельзя возвращать frontend?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Почему для неизвестного email и неверного password лучше возвращать одинаковую ошибку?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Какую роль выполняет requireAuth middleware?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Что должен делать frontend после получения 401?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Authentication подтверждает identity пользователя.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Authorization определяет разрешённые действия и изучается отдельно.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Обычно пользователь идентифицируется по email и подтверждает identity password.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Пароль не хранится в базе — хранится passwordHash.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Register создаёт новую учётную запись, login проверяет существующую.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HTTP stateless, поэтому после login нужен session или token механизм.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32806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Защищённые endpoints используют authentication middleware.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25709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Frontend передаёт credentials серверу, но не принимает решение об их корректности.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18612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passwordHash никогда не должен попадать в HTTP-ответ.</a:t>
            </a:r>
          </a:p>
        </p:txBody>
      </p:sp>
      <p:sp>
        <p:nvSpPr>
          <p:cNvPr id="23" name="Oval 22"/>
          <p:cNvSpPr/>
          <p:nvPr/>
        </p:nvSpPr>
        <p:spPr>
          <a:xfrm>
            <a:off x="6199632" y="511515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Аутентификация должна использовать HTTPS и безопасную обработку ошибок.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Следующая лекция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Хеширование паролей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Почему обычный hash недостаточен для password storage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Salt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Argon2id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Стоимость вычисления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hash() и verify()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Практическая реализация passwordService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Authentication • Express + Prisma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3084</Words>
  <Application>Microsoft Office PowerPoint</Application>
  <PresentationFormat>Широкоэкранный</PresentationFormat>
  <Paragraphs>498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4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Аутентификация пользователей в веб-приложениях</dc:title>
  <dc:subject>Authentication flow, register/login, authenticated state и frontend/backend integration</dc:subject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2026-09-22T11:20:14Z</dcterms:modified>
  <cp:category/>
</cp:coreProperties>
</file>