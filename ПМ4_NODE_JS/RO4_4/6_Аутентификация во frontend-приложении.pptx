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0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Аутентификация во frontend-приложении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Auth state, protected pages, route guards, 401/403 и восстановление сессии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auth state интерфейса и серверную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Моделировать состояния guest, loading и authenticated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централизованный authState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protected pages и route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role-aware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Правильно обрабатывать 401 и 403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logout 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проблему reload при in-memory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назначение auth bootstrap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Сравнивать in-memory JWT и HttpOnly cookie/BFF архитектуру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 state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guest, loading, authenticated и единый источник состояния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Protected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Route guards и role-aware интерфейс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Жизненный цикл сессии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Login, protected request, 401, 403 и logout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Reload и auth bootstrap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Почему память теряется и как восстанавливают session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Безопасная browser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In-memory token, HttpOnly cookie и BFF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Auth state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Frontend должен явно понимать, находится пользователь в системе или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auth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 state — состояние frontend, описывающее текущий статус аутентификации и данные пользователя, необходимые интерфейсу.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 state нужен для отображения правильного UI.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не заменяет server-side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ошибиться или быть изменён пользователем.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остаётся источником истины для доступа к данным.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базовых 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guest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не аутентифицирован; показываем login/register.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ещё определяет состояние пользователя или ждёт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authenticated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Есть подтверждённый User; показываем protected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нужно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loading интерфейс может сначала показать guest UI, а затем резко переключиться.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bootstrap frontend может ожидать ответ `/api/auth/me`.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Loading предотвращает ложные переходы и визуальное мерцание.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in-memory JWT варианте loading обычно короткий, но модель всё равно полезна.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Auth state machine: loading → guest или authenticated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EC29DF-D70C-749A-2D44-FFD8BD18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authState.js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state = {
  status: "guest",
  user: null,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: null
};
export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getAuthState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 {
  return state;
}
export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setAuthenticated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(user,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 {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"authenticated";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user;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;
}
export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setGuest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 {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"guest";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null;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state.accessToken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null;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status явно описывает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содержит данные для UI.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accessToken хранится только в памяти текущей страницы.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компоненты используют один auth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создавайте отдельные переменные isLoggedIn в разных компонентах.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Иначе части интерфейса могут показывать противоречивое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Централизованный authState упрощает login, logout и обработку 401.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Во фреймворках ту же роль выполняют store, context или state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Protected pages и route 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Route guard управляет навигацией, но не заменяет backend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Protected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Protected page — страница или представление, которое frontend показывает только пользователю в подходящем auth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Пример: Мои заказы.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Пример: Профиль.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Пример: Admin panel.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UI проверяет state перед отображением.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всё равно повторно проверяет JWT и права.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Страницы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Guest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#/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#/login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Redirect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Redirect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#/orders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Redirect 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#/profile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Redirect 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#/admin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Redirect 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Forbidden UI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requireUser()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requireUser() {
  const auth = getAuthState();
  if (auth.status !== "authenticated") {
    location.hash = "#/login";
    return false;
  }
  return true;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Guard проверяет frontend auth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Guest перенаправляется на login.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Guard улучшает UX, но не защищает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requireAdmin()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requireAdmin() {
  const auth = getAuthState();
  if (auth.status !== "authenticated") {
    location.hash = "#/login";
    return false;
  }
  if (auth.user.role !== "admin") {
    renderForbidden();
    return false;
  }
  return true;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Сначала проверяется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Затем frontend проверяет role для отображения UI.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Backend всё равно обязан использовать requireRole(admin).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Protected page guard: guest → login, user → page, admin → admin page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8D6325-6718-2B2D-5BB7-AE4077E64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route guard не является защитой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может изменить frontend JavaScript.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вручную вызвать REST API через DevTools, curl или Postman.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изменить location.hash без использования меню.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Настоящая защита реализуется requireAuth, requireRole и ownership checks на backend.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guard отвечает за навигацию и 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Role-aware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Guest видит Login и Register.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Authenticated User видит Profile, My Orders и Logout.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Admin дополнительно видит Admin Panel.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Скрытие пункта меню не выдаёт права — оно только отражает серверную модель доступа.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renderNavigation()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renderNavigation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 {
  const auth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getAuthState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loginLink.hidden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=== "authenticated";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logoutButton.hidden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!== "authenticated";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ordersLink.hidden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!== "authenticated";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profileLink.hidden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!== "authenticated";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adminLink.hidden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!(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=== "authenticated" &amp;&amp;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auth.user.role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=== "admin"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Навигация строится из единого auth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Admin link показывается только для role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Backend всё равно независимо проверяет права.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Жизненный цикл сессии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Frontend должен согласованно реагировать на login, logout и ответы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Открыть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Guest видит форму входа.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Отправить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вызывает POST /api/auth/login.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User и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Backend подтверждает Authentication.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Обновить authState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status становится authenticated.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Перерисовать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Появляются protected navigation и страницы.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login(email, password) {
  const data = await apiFetch("/auth/login", {
    method: "POST",
    body: { email, password }
  });
  setAuthenticated(data.user, data.accessToken);
  renderNavigation();
  location.hash = "#/orders";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успешного login обновляется единый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Навигация сразу отражает новое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Пользователь переходит на protected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Protected request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Компонент вызывает apiFetch().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apiFetch берёт token из authState.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Authorization: Bearer добавляется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проверяет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Успех возвращает JSON, а ошибка меняет поведение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Frontend auth lifecycle: login → state → protected request → response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A26718-7B17-FF6A-51D5-B6A8CAD8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401 и 403 во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401 Unauthorized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Authentication недействительна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Token отсутствует/expired/invalid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Очистить auth state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Перейти к 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показать: Сессия истекла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403 Forbidden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User остаётся authenticated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Недостаточно прав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очищать auth state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Показать сообщение или forbidden page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Оставить доступ к разрешённым разделам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Централизованная реакция на 401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if (response.status === 401) {
  setGuest();
  renderNavigation();
  location.hash = "#/login";
  throw new APIError(
    "Сессия истекла. Войдите снова.",
    401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Authentication state очищается централизованно.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UI возвращается в guest.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Пользователь получает понятное сообщение.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Реакция на 403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if (error.status === 403) {
  renderMessage("Недостаточно прав");
  return;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User остаётся authenticated.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Access token не удаляется.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Недоступно только конкретное действие или страница.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Logout должен немедленно изменить интерфейс.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Очистить User и token из frontend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Удалить sensitive data из DOM.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Перейти на публичную страницу.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server-managed session дополнительно вызывается backend logout endpoint.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logout() для in-memory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logout() {
  setGuest();
  clearProtectedContent();
  renderNavigation();
  location.hash = "#/";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 учебной схеме удаляется локальный accessToken.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logout protected UI исчезает.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JWT-копия, если была украдена, может оставаться валидной до exp.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Reload и auth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Перезагрузка страницы уничтожает in-memory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при F5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JavaScript-контекст создаётся заново.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Переменные authState возвращаются к начальным значениям.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In-memory accessToken исчезает.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больше не может отправить Bearer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визуально становится guest.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Reload: in-memory JWT исчезает → frontend снова guest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26AD5F-73C0-67FF-9900-A41C93DD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 решаем это localStorage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localStorage и sessionStorage доступны JavaScript-коду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XSS токены из Web Storage можно прочитать.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не хранить authentication tokens, JWT и session IDs в Web Storage.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Persisted Authentication требует другой архитектуры, а не простого переноса JWT в localStorage.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 bootstrap — начальная процедура, которая при загрузке приложения определяет, существует ли действительная серверная сессия.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сначала ставит status = loading.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Затем обращается к endpoint текущего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Успех → authenticated.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401 → guest.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Bootstrap особенно естественен при HttpOnly cookie/session архитектуре.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Bootstrap при server-managed cookie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Application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status = loading.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GET /api/auth/me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Browser автоматически отправляет auth cookie.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Backend проверяет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JavaScript не читает секретную cookie.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200 +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устанавливает authenticated.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устанавливает guest.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Концепция bootstrapAuth()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bootstrapAuth() {
  setLoading();
  try {
    const data = await apiFetch("/auth/me");
    setAuthenticatedUser(data.user);
  } catch (error) {
    if (error.status === 401) {
      setGuest();
      return;
    }
    throw error;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Код показывает общий принцип.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Для cookie-based auth accessToken JavaScript не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Подробную настройку cookies, CORS и CSRF рассмотрим отдельно.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Безопасная browser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Способ хранения Authentication влияет на XSS, CSRF и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подхода для browser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Подход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Плюс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Ограничение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JWT только в памяти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Token не сохраняется после reload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Пользователь теряет login при reload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JWT в localStorage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Просто переживает reload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Доступен JavaScript и уязвим при XSS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HttpOnly cookie / BFF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Credential недоступен JavaScript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Нужно правильно настроить cookies, CSRF и CORS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In-memory token vs localStorage vs HttpOnly cookie/BFF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407CEF-DDE0-DF29-224B-CA9B4511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HttpOnly cookie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Cookie с HttpOnly недоступна через document.cookie.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может отправлять её автоматически с HTTP-запросами.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Secure ограничивает отправку HTTPS.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 управляет cross-site отправкой.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Cookie снижает риск кражи token через JavaScript, но требует защиты от CSRF в подходящих сценариях.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Fetch и cookies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same-origin requests credentials включаются по умолчанию.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cross-origin cookie requests обычно требуется credentials: include.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cross-origin сценарии сервер также должен корректно настроить CORS.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 может запретить отправку cookie независимо от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Подробно разберём это на следующем занятии.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Reauthentication для чувствительных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Даже authenticated session не означает, что любая критичная операция должна выполняться без повторной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Смена password или email может требовать повторный ввод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Платёжные и другие критичные действия могут требовать дополнительное подтверждение.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должен уметь показать reauthentication flow, но решение принимает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authentication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Иметь единый auth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состояния loading, guest и authenticated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route guards только для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считать role во frontend доказательством права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Централизованно обрабатывать 401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делать logout при 403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Очищать sensitive UI при logout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хранить JWT в localStorage/sessionStorage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Для persisted session проектировать HttpOnly cookie/BFF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Всегда оставлять реальную проверку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protected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Добавьте auth state, hash-routing и guards для страниц Internet Shop.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состояния guest/loading/authenticated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routes #/, #/login, #/orders, #/profile, #/admin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requireUser()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requireAdmin()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Перерисовывать navigation после login/logout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Обрабатывать 401 как потерю Authentication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Обрабатывать 403 без logout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поведение после reload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Guest не открывает protected pages через UI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открывает orders/profile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не открывает admin UI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Admin видит admin navigation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401 переводит frontend в guest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403 оставляет пользователя authenticated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Backend endpoints по-прежнему защищены независимо от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frontend authentication lifecycle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CE3FB0-8C94-6D86-7D4B-DEB57D73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Главная граница доверия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Frontend-код выполняется на устройстве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может изменить DOM, JavaScript и 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frontend auth state нельзя использовать как окончательное доказательство доступа.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проверяет credentials, session/token, role и ownership.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отражает результат этих проверок в интерфейсе.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Чем frontend auth state отличается от server-side Authentication?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Зачем нужно состояние loading?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Что делает route guard?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Почему route guard не защищает REST API?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должен сделать frontend при 401?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при 403 не нужно выполнять logout?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происходит с in-memory JWT после reload?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localStorage не является безопасным хранилищем authentication token?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такое auth bootstrap?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Зачем нужны HttpOnly cookies или BFF для persisted browser session?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Frontend хранит UI-состояние Authentication, но backend остаётся источником истины.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Полезно явно моделировать loading, guest и authenticated.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Protected pages используют route guards для навигации и UX.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Role-aware UI не заменяет server-side Authorization.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401 означает потерю действительной Authentication и обычно переводит UI в guest.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403 означает недостаточные права, но Authentication сохраняется.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Logout должен очищать state и sensitive UI.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In-memory token исчезает после reload.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JWT не следует переносить в localStorage только ради persistence.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Persisted browser session обычно проектируют через HttpOnly cookie/session или BFF.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Authentication • Auth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2952</Words>
  <Application>Microsoft Office PowerPoint</Application>
  <PresentationFormat>Широкоэкранный</PresentationFormat>
  <Paragraphs>463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Аутентификация во frontend-приложении</dc:title>
  <dc:subject>Auth state, protected pages, route guards и browser authentication architecture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2026-09-22T13:03:30Z</dcterms:modified>
  <cp:category/>
</cp:coreProperties>
</file>