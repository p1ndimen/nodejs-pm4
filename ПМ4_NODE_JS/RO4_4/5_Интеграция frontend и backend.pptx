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32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6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4.4. Аутентификация, авторизация, безопасность и интеграция frontend/backend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Интеграция frontend и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Fetch API, единый API-клиент, JWT и состояние интерфейса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контракт между frontend и 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Отправлять JSON через fetch()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Проверять Response.ok и HTTP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Обрабатывать JSON-ответы и ошибки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Создавать единый apiFetch()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Передавать Bearer access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Связывать login form с Auth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Загружать protected data после login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Обрабатывать 401 и 403 на frontend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Разделять UI state и server-side access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Frontend ↔ Backend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HTTP method, URL, headers, body, status и JSON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Fetch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Запросы, Response.ok, status и response.json()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Единый API-клиент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apiFetch(), base URL, JSON и ошибки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JWT в frontend-запросах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Login, accessToken и Authorization: Bearer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UI state и ошибки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Loading, authenticated user, 401, 403 и logout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Frontend ↔ Backend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Frontend и backend взаимодействуют через заранее согласованный HTTP-контракт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API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API contract — согласованный формат запросов и ответов между frontend и backend.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должен знать HTTP method и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должен знать формат request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Backend определяет HTTP status и JSON response.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Обе стороны должны одинаково трактовать ошибки.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Изменение API-контракта требует согласованного изменения frontend.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Контракт Internet Shop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Действие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Метод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URL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Результат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Login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/api/auth/login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user + accessToken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Текущий User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/api/auth/me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user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Каталог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Product[]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Создать заказ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/api/orders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Мои заказы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/api/orders/my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Order[]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Request и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Request идёт от frontend к backend.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Request содержит method, URL, headers и при необходимости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Response идёт от backend к frontend.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Response содержит status, headers и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нашего приложения body обычно передаётся как JSON.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Frontend → HTTP Request → Express API → JSON Response → UI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B63F82-7046-F845-B84B-B3A31308F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Frontend и Backend: разделение ответственности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Форма и пользовательский ввод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fetch() запросы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Отображение loading/error/data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Навигация и состояние UI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Отправка access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Validation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Authentication и Authorization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Бизнес-логика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Prisma и PostgreSQL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HTTP status и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Frontend не должен повторять бизнес-логику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может предварительно проверить форму для удобства.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 backend всё равно повторно валидирует входные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может скрыть admin-кнопку.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 backend всё равно проверяет requireRole.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Источник истины для безопасности и данных находится на сервере.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Fetch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fetch() связывает browser JavaScript с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Простейший 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51695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500" b="0" i="0" dirty="0">
                <a:solidFill>
                  <a:srgbClr val="F8FAFC"/>
                </a:solidFill>
                <a:latin typeface="Consolas"/>
              </a:rPr>
              <a:t>const response = await fetch("http://localhost:3000/</a:t>
            </a:r>
            <a:r>
              <a:rPr sz="15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500" b="0" i="0" dirty="0">
                <a:solidFill>
                  <a:srgbClr val="F8FAFC"/>
                </a:solidFill>
                <a:latin typeface="Consolas"/>
              </a:rPr>
              <a:t>/products");
const products = await </a:t>
            </a:r>
            <a:r>
              <a:rPr sz="1500" b="0" i="0" dirty="0" err="1">
                <a:solidFill>
                  <a:srgbClr val="F8FAFC"/>
                </a:solidFill>
                <a:latin typeface="Consolas"/>
              </a:rPr>
              <a:t>response.json</a:t>
            </a:r>
            <a:r>
              <a:rPr sz="1500" b="0" i="0" dirty="0">
                <a:solidFill>
                  <a:srgbClr val="F8FAFC"/>
                </a:solidFill>
                <a:latin typeface="Consolas"/>
              </a:rPr>
              <a:t>();
console.log(products);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630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22798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67934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fetch()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Promise с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объектом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Response.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response.json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асинхронно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читает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JSON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GET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умолчанию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fetch() и HTTP-ошибки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fetch() обычно не отклоняет Promise только потому, что сервер вернул 404 или 500.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Нужно явно проверить response.ok или response.status.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response.ok равен true для HTTP status 200–299.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Сетевая ошибка и HTTP error — разные ситуации.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Проверяем response.ok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response = await fetch(url);
if (!response.ok) {
  throw new Error(`HTTP ${response.status}`);
}
const data = await response.json();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HTTP 404 всё ещё создаёт объект Response.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response.ok позволяет отделить успешный HTTP-ответ.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После успешной проверки читаем JSON.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fetch(): network error vs HTTP error vs successful JSON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BC1251B-84D7-7EDD-9BB4-B432E19E9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POST 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" y="1261872"/>
            <a:ext cx="7361805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const response = await fetch("http://localhost:3000/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/auth/login", {
  method: "POST",
  headers: {
    "Content-Type": "application/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
  },
  body: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JSON.stringify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 email, password })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33140" y="1218807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34308" y="1419975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79444" y="1932039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method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явно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задаёт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POST.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Content-Type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сообщает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backend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формат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JSON.stringify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превращает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JavaScript object в JSON string.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 каждый response обязан иметь 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API Internet Shop в большинстве случаев возвращает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 код frontend не должен слепо считать любой ответ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204 No Content не содержит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проектировании API полезно использовать единый формат ошибок.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Единый API-клиент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Не повторяем fetch() и обработку ошибок во всех компонентах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Проблема дублирования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Без общего API-клиента каждый файл повторяет base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Повторяются JSON headers.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Повторяется Authorization header.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Повторяется проверка response.ok.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Повторяется разбор ошибок.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Изменение API становится сложнее.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config.js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const API_URL = "http://localhost:3000/api";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apiFetch(): базовая версия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439086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import { API_URL } from "./config.js";
export async function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apiFetch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(path, options = {}) {
  const response = await fetch(`${API_URL}${path}`, options);
  const data = await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response.json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();
  if (!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response.ok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) {
    throw new Error(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data.error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?? `HTTP ${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response.status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}`);
  }
  return data;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8894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90062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198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path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добавляется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к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общему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API_URL.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Функция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централизует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проверку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response.ok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Внешний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код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уже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разобранные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или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exception.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Добавляем JSON автоматически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POST/PATCH удобно передавать обычный JavaScript object.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apiFetch может самостоятельно выполнить JSON.stringify().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apiFetch может автоматически установить Content-Type.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Компонентам интерфейса не нужно знать технические детали каждого запроса.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apiFetch() с JSON 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" y="1005840"/>
            <a:ext cx="9352837" cy="48463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apiFetch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(path, { body, headers = {}, ...options } = {}) {
  const response = await fetch(`${API_URL}${path}`, {
    ...options,
    headers: {
      ...(body ? { "Content-Type": "application/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 } : {}),
      ...headers
    },
    body: body ?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JSON.stringify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(body) : undefined
  });
  const data =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response.json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();
  if (!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response.ok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) {
    throw new Error(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data.error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?? `HTTP ${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response.status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}`);
  }
  return data;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6992" y="2261813"/>
            <a:ext cx="3611880" cy="359034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2462981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sz="180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sz="18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83296" y="2975045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body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передаётся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object.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Функция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сама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выполняет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JSON.stringify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Дополнительные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headers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передать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извне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UI components → apiFetch() → REST API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F9E099-D1F0-5ADD-FBB9-E53785E2A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JWT в frontend-запросах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После login protected requests должны передавать access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Полный frontend login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Получить форму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Пользователь вводит email и password.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Отправить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Frontend вызывает POST /api/auth/login.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Получить ответ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Backend возвращает user и accessToken.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Обновить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Frontend сохраняет User и token в текущем runtime state.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Выполнять protected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apiFetch добавляет Authorization: Bearer.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authState.js: состояние текущей страницы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24865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let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accessToken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null;
let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currentUser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null;
export function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setAuth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(data) {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accessToken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data.accessToken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;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currentUser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data.user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;
}
export function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clearAuth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() {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accessToken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null;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currentUser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null;
}
export function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getAccessToken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() {
  return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accessToken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;
}
export function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getCurrentUser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() {
  return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currentUser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Для учебной схемы token хранится только в памяти JavaScript.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После reload страницы состояние исчезает.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Это позволяет сосредоточиться на интеграции без небезопасного persistent token storage.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не сохраняем JWT в localStorage в этой схеме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localStorage доступен JavaScript-коду origin.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XSS злоумышленник может прочитать сохранённый 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OWASP рекомендует не хранить authentication tokens и session identifiers в localStorage/sessionStorage.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production browser-сценариев часто предпочитают HttpOnly Secure cookies или BFF.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этой лекции accessToken живёт только в памяти страницы.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apiFetch добавляет Bearer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833519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import {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getAccessToken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} from "./authState.js";
export async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apiFetch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(path, { body, headers = {}, ...options } = {}) {
  const token =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getAccessToken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();
  const response = await fetch(`${API_URL}${path}`, {
    ...options,
    headers: {
      ...(body ? { "Content-Type": "application/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 } : {}),
      ...(token ? { Authorization: `Bearer ${token}` } : {}),
      ...headers
    },
    body: body ?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JSON.stringify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(body) : undefined
  });
  //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обработка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response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дальше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6373" y="2642469"/>
            <a:ext cx="3611880" cy="390006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27541" y="2843637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2677" y="3355701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Публичный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работает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без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наличии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token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автоматически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формируется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Authorization header.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Компоненты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повторяют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Bearer-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логику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Login response → authState → Authorization header → protected API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9125F29-CF80-8965-52A8-B54122BA1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login() на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login(email, password) {
  const data = await apiFetch("/auth/login", {
    method: "POST",
    body: { email, password }
  });
  setAuth(data);
  return data.user;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login() использует общий apiFetch().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При успехе сохраняются user и accessToken.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UI получает безопасный User object.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Загрузка protected resource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loadMyOrders() {
  return apiFetch("/orders/my");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Функция выглядит как обычный GET.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Authorization header добавляется централизованно.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Backend сам проверяет requireAuth и ownership.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Protected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GET /api/orders/my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Код • HTTP</a:t>
            </a:r>
          </a:p>
          <a:p>
            <a:pPr>
              <a:lnSpc>
                <a:spcPct val="100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GET /api/orders/my
Authorization: Bearer &lt;accessToken&gt;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5"/>
            <a:ext cx="4023360" cy="2011681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• JSON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[
  {
    "id": 15,
    "status": "new",
    "items": []
  }
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142231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4270246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727446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Frontend не передаёт userId: backend использует identity из JWT.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UI state и ошибки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Интерфейс должен отражать состояние запроса, но не подменять безопасность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Основные UI-состояния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idle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Запрос ещё не начат.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799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1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loading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3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Ожидаем ответ backend.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886200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" y="408736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4014215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599432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Данные получены и отображаются.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886200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799" y="408736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1" y="4014215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599432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API вернул ошибку или произошла сетевая проблема.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Login form: обработчик submit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" y="1261872"/>
            <a:ext cx="7428467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 err="1">
                <a:solidFill>
                  <a:srgbClr val="F8FAFC"/>
                </a:solidFill>
                <a:latin typeface="Consolas"/>
              </a:rPr>
              <a:t>form.addEventListener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("submit", async (event) =&gt; {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event.preventDefault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();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errorBox.textContent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"";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loginButton.disabled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true;
  try {
    const user = await login(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emailInput.value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,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passwordInput.value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);
 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showAuthenticatedUI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(user);
  } catch (error) {
 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errorBox.textContent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error.message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;
  } finally {
 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loginButton.disabled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false;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33139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34307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79443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preventDefault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отменяет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обычную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отправку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HTML form.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Кнопка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временно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отключается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время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Ошибка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отображается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пользователю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finally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выполняется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success, и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401 и 403 должны менять поведение UI по-разному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401 означает, что Authentication отсутствует или больше недействительна.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может очистить auth state и показать login form.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403 означает, что User известен, но действие запрещено.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403 не нужно автоматически считать пользователя logged out.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показывает сообщение о недостаточных правах.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APIError со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class APIError extends Error {
  constructor(message, status) {
    super(message);
    this.status = status;
  }
}
// внутри apiFetch()
if (!response.ok) {
  throw new APIError(
    data.error ?? `HTTP ${response.status}`,
    response.status
  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Frontend получает не только message, но и HTTP status.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Это позволяет различать 401, 403, 404 и другие ответы.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Централизованная обработка 401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if (response.status === 401) {
  clearAuth();
}
if (!response.ok) {
  throw new APIError(
    data.error ?? `HTTP ${response.status}`,
    response.status
  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Expired или invalid JWT очищает локальное auth state.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Далее UI может показать форму login.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403 не очищает Authentication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Frontend state machine: guest → login → authenticated → 401 → guest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671DCE-134E-72CD-34FC-30FFDD8D2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Logout в текущей учебной схеме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Access token хранится только в памяти страницы.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Logout вызывает clearAuth().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UI возвращается в guest state.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Сам JWT технически может оставаться валидным до exp, если где-то существует его копия.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Полный server-side lifecycle logout/refresh будет отдельной архитектурной задачей.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logout()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function logout() {
  clearAuth();
  showGuestUI();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Очищается currentUser.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Очищается accessToken.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Protected UI скрывается.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происходит после reload страницы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In-memory token теряется.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Пользователь снова становится guest для frontend.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ожидаемое ограничение текущей учебной реализации.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Persisted login требует другой архитектуры хранения credentials.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production следует отдельно проектировать cookies, refresh tokens или BFF.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связать UI с Internet Shop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Создайте страницу login и страницу моих заказов, использующие общий apiFetch().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config.js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api.js с apiFetch()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authState.js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Подключить login form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Сохранить user и accessToken в памяти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Загрузить /api/orders/my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Показать loading/error/data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Обработать 401 и logout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Login выполняется через fetch()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Bearer token добавляется автоматически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Protected orders загружаются после login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401 очищает auth state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403 показывается как недостаток прав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JWT не сохраняется в localStorage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Типичные ошибки интеграции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Ошибка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Симптом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Исправление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 проверяется response.ok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404/401 воспринимается как success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Проверять status/ok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Нет Content-Type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req.body пустой или неверный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application/json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Bearer добавляется вручную везде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Дублирование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Централизовать apiFetch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JWT хранится в localStorage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Риск кражи при XSS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Для учебного варианта хранить в памяти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Frontend доверяет своей role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Можно обойти UI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Проверять права на backend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frontend ↔ backend flow Internet Shop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2473ED-64EC-7717-2D4D-A96C8738E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Что входит в API contract?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Что возвращает fetch()?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Почему HTTP 404 не обязательно приводит к reject fetch Promise?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Для чего используется response.ok?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Зачем нужен единый apiFetch()?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Как frontend передаёт JWT backend?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Почему userId не нужно отправлять при GET /orders/my?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Чем обработка 401 отличается от 403?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Почему hidden admin button не является механизмом безопасности?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Почему в учебной схеме JWT не сохраняется в localStorage?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Frontend и backend взаимодействуют через HTTP API contract.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Fetch API возвращает Response и требует явной проверки HTTP status.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response.ok удобно использовать для определения успешного ответа.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apiFetch() централизует URL, JSON, Bearer token и обработку ошибок.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После login frontend получает User и accessToken.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Protected requests передают Authorization: Bearer &lt;token&gt;.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Backend остаётся единственным доверенным механизмом Authentication и Authorization.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401 обычно переводит frontend обратно в guest state.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403 означает недостаточные права, но не потерю Authentication.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Для учебной схемы access token хранится только в памяти страницы.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Frontend ↔ Backend • Fetch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3255</Words>
  <Application>Microsoft Office PowerPoint</Application>
  <PresentationFormat>Широкоэкранный</PresentationFormat>
  <Paragraphs>448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3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Интеграция frontend и backend</dc:title>
  <dc:subject>Fetch API, API client, Bearer JWT и UI state</dc:subject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2026-09-22T12:45:28Z</dcterms:modified>
  <cp:category/>
</cp:coreProperties>
</file>