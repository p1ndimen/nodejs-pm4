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03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0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4.4. Аутентификация, авторизация, безопасность и интеграция frontend/backend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Загрузка файлов и защита пользовательского контента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multipart/form-data, Multer, allowlist, size limits, безопасное хранение и выдача файлов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 формат multipart/form-data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Multer для загрузки одного файла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Ограничивать размер и количество файлов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Применять allowlist расширений и MIME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Понимать, почему Content-Type нельзя считать доказательством типа файла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Генерировать безопасное имя файла на сервере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Хранить upload вне публичного webroot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Проверять фактическую сигнатуру JPEG/PNG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Связывать загруженный файл с Product через Prisma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Безопасно выдавать пользовательский контент через контролируемый endpoint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Как работает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multipart/form-data и Multer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Проверка файла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Размер, количество, extension, MIME и signature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Безопасное хранение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Random filename, storage вне webroot и metadata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Интеграция с Product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Upload endpoint, Prisma и выдача изображения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Защита пользовательского контента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Authorization, malware scanning, logging и defence in depth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Как работает 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Файл передаётся не как JSON, а как multipart/form-data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JSON недостаточно для обычного file upload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JSON хорошо подходит для текстовых структурированных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Файл представляет собой бинарный поток байтов.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Browser обычно отправляет файл через multipart/form-data.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Multipart request может одновременно содержать файл и обычные поля формы.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Express.json() не разбирает multipart/form-data.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JSON request и multipart/form-data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application/json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Текстовый JSON body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Разбирается express.json()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Подходит для Product, Order, Login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предназначен для обычной передачи бинарного файла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multipart/form-data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Body разбит на части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Может содержать file + text fields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Разбирается специальным middleware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Используется для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HTML input для файла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HTML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&lt;form id="image-form"&gt;
  &lt;input type="file" name="image" accept="image/jpeg,image/png"&gt;
  &lt;button type="submit"&gt;Загрузить&lt;/button&gt;
&lt;/form&gt;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Browser FormData → multipart/form-data → Multer → req.file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558F2B7-C097-0276-1B73-634FEC993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Multer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Multer — middleware для Express, предназначенный для обработки multipart/form-data.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Multer добавляет текстовые поля в req.body.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 файл доступен через req.file при upload.single().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Несколько файлов могут быть доступны через req.files.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Multer не обрабатывает обычный JSON request как multipart upload.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Установка Multer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npm install multer@^2.4.0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 подключайте Multer глобально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Upload middleware должен использоваться только на routes, где ожидается файл.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Глобальный upload middleware увеличивает поверхность атаки.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Конкретный endpoint должен явно задавать ожидаемое имя field.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Например upload.single("image") принимает один файл из поля image.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Проверка файла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Имя, MIME type и содержимое файла контролирует клиент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Основные угрозы file upload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Очень большой файл может заполнить storage или расходовать ресурсы.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Опасный script может маскироваться под изображение.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Двойное расширение может обходить наивную проверку.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Имя файла может содержать path traversal или специальные символы.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Публично доступный активный контент может создавать XSS и phishing риски.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File upload threats: size, fake type, dangerous name, active content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9DBDFD1-5704-E4AD-A263-25C93E257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Allowlist вместо denylist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Разрешайте только те типы, которые нужны бизнес-функции.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Product image достаточно JPEG и PNG.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пытайтесь перечислить все опасные расширения.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Web scripts .js, .php, .jsp и другие executable formats не нужны для изображения товара.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Чем меньше разрешённых типов, тем проще защитить upload.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Быстрый fileFilter Multer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351776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const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allowedMimeTypes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new Set([
  "image/jpeg",
  "image/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png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"
]);
function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fileFilter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(req, file, callback) {
  if (!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allowedMimeTypes.has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file.mimetype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)) {
    return callback(new Error("Unsupported file type"));
  }
  callback(null, true);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478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490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Проверка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MIME type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удобна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как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первый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фильтр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file.mimetype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приходит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клиента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быть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подделан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Нужна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дополнительная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content/signature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нельзя доверять file.mimetype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Content-Type является частью пользовательского request.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 может назвать произвольный файл image/png.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Расширение originalname также контролируется клиентом.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Безопасный upload использует несколько независимых проверок.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Size и count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upload = multer({
  storage,
  fileFilter,
  limits: {
    fileSize: 5 * 1024 * 1024,
    files: 1,
    fields: 5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fileSize ограничивает размер одного файла.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files ограничивает количество файлов.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fields ограничивает количество текстовых полей.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Ограничения уменьшают риск resource exhaustion.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Upload validation layers: count → size → MIME/extension → signature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592EE8-C4C7-2052-ADEE-712622E11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Проверка file signature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JPEG обычно начинается байтами FF D8 FF.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PNG начинается сигнатурой 89 50 4E 47 0D 0A 1A 0A.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Проверка magic bytes подтверждает, что содержимое хотя бы соответствует ожидаемому формату.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Signature validation не является абсолютной защитой и должна использоваться вместе с другими слоями.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production images полезно декодировать и заново кодировать изображение через image library.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Безопасное хранение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Пользователь не должен выбирать системный путь и итоговое имя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 храните originalname как системное имя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originalname нужен только как metadata, если он вообще нужен.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Имя может содержать неожиданные символы и обходные конструкции.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Сервер должен сгенерировать новое непредсказуемое имя.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Подходящий идентификатор — crypto.randomUUID().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Расширение задаётся сервером после определения разрешённого типа.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Безопасное имя файла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{ randomUUID } from "node:crypto";
function safeFilename(mimetype) {
  const extension = mimetype === "image/png"
    ? ".png"
    : ".jpg";
  return `${randomUUID()}${extension}`;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Имя не зависит от user input.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UUID снижает риск коллизий.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Extension определяется server policy.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Original filename → server-generated UUID filename → storage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C09D615-85B2-6594-0843-9B29A50B0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Storage 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OWASP рекомендует по возможности хранить upload на отдельном host.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это невозможно — хранить вне webroot.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давайте пользователю передавать directory path.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Upload directory получает минимально необходимые filesystem permissions.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Файл выдаётся через контролируемый application endpoint.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Multer DiskStorage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04088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import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multer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from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multer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";
import {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mkdirSync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} from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node:fs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";
import { resolve } from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node:path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";
const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uploadDir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= resolve("storage/product-images");
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mkdirSync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uploadDir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 { recursive: true });
const storage =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multer.diskStorage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({
  destination(req, file, callback) {
    callback(null,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uploadDir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);
  },
  filename(req, file, callback) {
    callback(null,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safeFilename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file.mimetype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));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Directory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задаёт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сервер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управляет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filesystem path.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Stored filename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генерируется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приложением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storage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находится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в public frontend directory.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Metadata и бинарный файл — разные задачи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Сам файл можно хранить на filesystem/object storage.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 хранит metadata и связь с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Например imageName, imageMime и imageSize.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API выдаёт файл по Product id, а не по пользовательскому пути.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упрощает Authorization и замену изображения.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Интеграция с Product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Изображение товара становится управляемым ресурсом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Product image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Метод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URL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Доступ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Назначение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/api/products/:id/image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admin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Загрузить/заменить изображение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GET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/api/products/:id/image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public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Получить изображение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DELETE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/api/products/:id/image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admin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Удалить изображение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Upload route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router.post(
  "/:id/image",
  requireAuth,
  requireRole("admin"),
  productIdValidation,
  validateRequest,
  upload.single("image"),
  uploadProductImage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Только admin может изменить Product image.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 id валидируется.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Multer принимает только один file field image.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вызывается после security middleware.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POST product image: auth → id validation → Multer → signature check → Prisma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2E026F-134B-71F9-248C-2FBF6869E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Проверка JPEG/PNG signature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24865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import { open } from 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node:fs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/promises";
export async function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detectImageType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filePath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) {
  const file = await open(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filePath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, "r");
  const buffer =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Buffer.alloc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(8);
  try {
    await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file.read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(buffer, 0, 8, 0);
  } finally {
    await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file.close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();
  }
  const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isPng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buffer.equals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
  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Buffer.from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([0x89, 0x50, 0x4e, 0x47, 0x0d, 0x0a, 0x1a, 0x0a])
  );
  const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isJpeg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
    buffer[0] === 0xff &amp;&amp;
    buffer[1] === 0xd8 &amp;&amp;
    buffer[2] === 0xff;
  if (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isPng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) return "image/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png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";
  if (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isJpeg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) return "image/jpeg";
  return null;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Проверяются первые байты файла.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Несоответствие ожидаемым signatures приводит к удалению файла.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Это дополнительный слой поверх MIME allowlist.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Если проверка не прошла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сохраняйте metadata в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Удалите временно записанный файл.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Верните 400 Unsupported or invalid image.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Запишите security event в log.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пытайтесь обработать неизвестный файл как изображение.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Metadata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PRISMA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model Product {
  id        Int     @id @default(autoincrement())
  name      String
  price     Int
  imageName String? @map("image_name")
  imageMime String? @map("image_mime")
  imageSize Int?    @map("image_size")
  @@map("products")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 БД хранится только metadata и generated filename.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Файл остаётся в storage.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Nullable поля позволяют Product существовать без изображения.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Сохранение metadata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await prisma.product.update({
  where: { id: productId },
  data: {
    imageName: req.file.filename,
    imageMime: detectedType,
    imageSize: req.file.size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originalname не становится storage key.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MIME сохраняется после серверной проверки.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Product связывается с конкретным stored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Безопасная выдача файла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принимайте filesystem path от клиента.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Сначала получите Product по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Из Product metadata получите generated filename.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Постройте путь только внутри server-controlled upload directory.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Установите корректный Content-Type.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GET product image: Product id → DB metadata → safe path → Content-Type → file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AC6139A-3A4A-06D0-752C-D0C70C75C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Защита пользовательского контента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Один fileFilter не делает upload безопасным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Defense in depth для upload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Authentication и Authorization.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Ограничение количества и размера файлов.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Allowlist extensions/types.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Content/signature validation.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Server-generated filename.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Storage вне webroot.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Malware scanning или sandbox при доступности.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Логирование upload/validation/delete событий.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Secure file upload pipeline: auth → limits → type → content → storage → scan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5BEA3A3-781C-C3C2-45BA-5911EA1C3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Malware scanning и image rewriting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production upload желательно проверять antivirus/sandbox.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изображений полезно декодировать и заново кодировать файл.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Re-encoding помогает отбросить лишние embedded data и некорректные структуры.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отправляйте чувствительные документы во внешние scanning services без оценки privacy/data leakage.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Удаление и замена файла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замене Product image старый файл нужно удалить после успешного сохранения нового metadata.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удалении Product следует определить lifecycle связанного файла.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Ошибки БД и filesystem могут привести к orphan files.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Production-система должна иметь cleanup job или transactional-like compensation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File upload security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Upload endpoint защищён Authentication/Authorization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Ожидается конкретное имя file field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Количество файлов ограничено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Размер файла ограничен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Используется allowlist JPEG/PNG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59028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6285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MIME не считается доказательством типа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Проверяется content/signature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Stored filename генерируется сервером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Storage находится вне public webroot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Файл выдаётся через controlled endpoint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Security events логируются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459028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56285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Multer и связанные библиотеки регулярно обновляются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Product image upload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Добавьте безопасную загрузку одного JPEG/PNG изображения для 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Установить актуальный Multer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storage/product-images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Настроить random UUID filename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Ограничить upload одним файлом до 5 MB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Разрешить JPEG/PNG через быстрый MIME filter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фактическую PNG/JPEG signature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Добавить imageName/imageMime/imageSize в Product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POST /api/products/:id/image для admin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GET /api/products/:id/image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отказ для txt/oversized/fake-image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Допустимое изображение загружается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Stored filename не зависит от originalname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Файл &gt; 5 MB отклоняется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Неизвестный тип отклоняется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Fake image с неверной signature удаляется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 metadata сохраняется в PostgreSQL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Изображение выдаётся только по server-controlled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Типичные ошибки upload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Хранить originalname как filename.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Проверять только расширение.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Доверять только file.mimetype.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Сохранять uploads прямо в public directory без контроля.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задавать fileSize limit.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Разрешать upload любому anonymous client.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Использовать устаревшую версию upload middleware.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Product image lifecycle: upload → validation → storage → DB → delivery → delete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0F46F7-B32B-9674-637A-5D5D64141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Почему express.json() не обрабатывает multipart/form-data?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Что добавляет Multer в req?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Почему Multer не следует подключать глобально?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Почему file.mimetype нельзя считать надёжным доказательством типа?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Для чего нужен fileSize limit?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Почему stored filename должен генерировать сервер?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Зачем хранить files вне webroot?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Что даёт проверка magic bytes/signature?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Какие данные об изображении удобно хранить в Product?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Почему file upload требует defence in depth?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Browser передаёт обычные файлы через multipart/form-data.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Multer разбирает multipart request и создаёт req.file/req.files.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Upload должен быть доступен только на специально предназначенных routes.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Размер и количество файлов необходимо ограничивать.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Extension и MIME проверяются allowlist-правилами, но им нельзя полностью доверять.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Content/signature validation добавляет независимый слой проверки.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Stored filename должен генерировать сервер.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Файлы безопаснее хранить вне webroot.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PostgreSQL может хранить metadata и связь с Product.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Production upload требует нескольких уровней защиты, обновлённых библиотек и monitoring.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Завершение РО 4.4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Authentication, Authorization, безопасность и frontend/backend integration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Регистрация и login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Argon2 password hashing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JWT Authentication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Authorization и RBAC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Frontend/backend integration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Frontend auth state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CORS и CSRF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REST API hardening и validation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Secure file 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File Upload Security • Multer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3067</Words>
  <Application>Microsoft Office PowerPoint</Application>
  <PresentationFormat>Широкоэкранный</PresentationFormat>
  <Paragraphs>428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Загрузка файлов и защита пользовательского контента</dc:title>
  <dc:subject>multipart/form-data, Multer, validation, safe storage и secure delivery</dc:subject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2026-09-22T14:07:13Z</dcterms:modified>
  <cp:category/>
</cp:coreProperties>
</file>