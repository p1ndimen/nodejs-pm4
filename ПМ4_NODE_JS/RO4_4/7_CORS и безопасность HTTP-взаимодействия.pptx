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2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CORS и безопасность HTTP-взаимодействия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Same-Origin Policy, preflight, credentials, cookies и CSRF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Same-Origin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Определять origin по scheme, host и 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назначение CORS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simple request и preflight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роль OPTIONS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Настраивать cors middleware в Express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Bearer token и cookie credentials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credentials: include для cross-origin cookie requests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HttpOnly, Secure и SameSite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риск CSRF и способы его снижения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Same-Origin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Почему браузер ограничивает доступ JavaScript к другому origin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CORS и preflight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Origin, Access-Control-* headers и OPTIONS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Настройка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cors middleware и разрешённые origins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Credentials и cookies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credentials: include, HttpOnly, Secure и SameSite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CSRF и безопасная конфигурация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Почему cookie-auth требует дополнительных мер защиты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Same-Origin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Браузер ограничивает взаимодействие между разными origins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origin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Origin определяется тройкой: scheme + host + 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http://localhost:5500 и http://localhost:3000 — разные origins из-за 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http://example.com и https://example.com — разные origins из-за scheme.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https://api.example.com и https://shop.example.com — разные origins из-за host.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Path не входит в определение origin.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Сравнение origins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Frontend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Backend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Same origin?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Причина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http://localhost:5500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http://localhost:5500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Совпадают scheme, host и port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http://localhost:5500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http://localhost:3000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Разный port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http://shop.local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https://shop.local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Разный scheme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https://shop.example.com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https://api.example.com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Разный host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Same-Origin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Same-Origin Policy ограничивает доступ script-кода одного origin к данным другого origin.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важная базовая browser security boundary.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Без ограничений любой сайт мог бы читать чувствительные ответы другого сайта от имени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SOP применяется браузером.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CORS позволяет серверу осознанно открыть доступ определённым origins.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Same-Origin Policy: frontend :5500 и backend :3000 — разные origins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6592FF-C6A7-94C7-E25F-7A2A5F8C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CORS не защищает API от всех клиентов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CORS проверяется браузером.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curl, Postman и server-to-server clients не обязаны соблюдать browser CORS policy.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CORS не заменяет Authentication.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CORS не заменяет Authorization.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всё равно должен проверять JWT, role, ownership и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без CORS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JavaScript отправляет cross-origin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Backend может фактически обработать запрос.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если CORS headers не разрешают origin, браузер не отдаёт response JavaScript-коду.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DevTools появляется CORS 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CORS и preflight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Сервер сообщает браузеру, каким origins разрешено читать ответы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Cross-Origin Resource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CORS — механизм HTTP headers, позволяющий серверу разрешить browser JavaScript с другого origin читать его responses.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Browser отправляет Origin header.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Server возвращает Access-Control-Allow-Origin.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Browser сравнивает policy и решает, передавать ли response JavaScript-коду.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Разрешать следует минимально необходимое число origins.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CORS response header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HTTP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Access-Control-Allow-Origin: http://localhost:5500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Simple и preflighted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Некоторые cross-origin requests браузер отправляет сразу.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Другие требуют предварительного OPTIONS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Preflight спрашивает сервер: разрешены ли method и headers будущего запроса?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успешного preflight браузер отправляет actual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Preflight: OPTIONS → CORS response → actual request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3AF1595-34C7-DB84-F96C-64C83BB6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preflight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HTTP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OPTIONS /api/orders HTTP/1.1
Origin: http://localhost:5500
Access-Control-Request-Method: POST
Access-Control-Request-Headers: authorization, content-type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preflight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HTTP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HTTP/1.1 204 No Content
Access-Control-Allow-Origin: http://localhost:5500
Access-Control-Allow-Methods: GET,POST,PATCH,DELETE
Access-Control-Allow-Headers: Content-Type,Authorization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Bearer + JSON часто приводит к preflight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Authorization — нестандартный для CORS-safelisted request header.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application/json не относится к safelisted Content-Type.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browser может сначала выполнить OPTIONS.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обычно не пишет OPTIONS вручную — браузер делает это сам.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Access-Control-* headers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Access-Control-Allow-Origin — какие origins разрешены.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Access-Control-Allow-Methods — какие HTTP methods разрешены.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Access-Control-Allow-Headers — какие request headers разрешены.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Access-Control-Allow-Credentials — можно ли делать credentialed cross-origin requests.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Access-Control-Max-Age — сколько browser может кэшировать результат preflight.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Настройка CORS в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В Express обычно используют middleware cors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cors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cors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Минимальная настройка для frontend :5500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cors from "cors";
app.use(cors({
  origin: "http://localhost:5500"
}));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Разрешён только конкретный frontend origin.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Middleware добавляет CORS response 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Browser применяет эту 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Express cors middleware: Origin → policy → Access-Control-Allow-Origin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C255B9-12A3-3318-3658-292EEC24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используйте origin: * без необходимости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публичного non-credentialed API wildcard может быть допустим.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приватного приложения обычно лучше перечислить доверенные origins.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Минимальная CORS policy уменьшает поверхность нежелательного cross-origin чтения.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Credentialed requests нельзя сочетать с Access-Control-Allow-Origin: 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Явная CORS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98601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app.use(cors({
  origin: "http://localhost:5500",
  methods: ["GET", "POST", "PATCH", "DELETE"],
  allowedHeaders: ["Content-Type", "Authorization"]
}));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methods ограничивает разрешённые HTTP methods.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allowedHeaders явно разрешает JSON и Bearer JWT.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OPTIONS обрабатывается cors middleware.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Разные origins для development и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development frontend может работать на localhost:5500.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production frontend может быть https://shop.example.com.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хардкодьте production policy в нескольких файлах.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Разрешённый frontend origin удобно задавать через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FRONTEND_ORIGIN из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98601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app.use(cors({
  origin: process.env.FRONTEND_ORIGIN,
  methods: ["GET", "POST", "PATCH", "DELETE"],
  allowedHeaders: ["Content-Type", "Authorization"]
}));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Development и production используют разные .env.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Policy остаётся централизованной.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CORS error ≠ ошибка Express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CORS failure часто происходит на уровне browser policy.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 может вообще не получить actual request, если preflight запрещён.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Или backend может вернуть response, но browser скроет его от JavaScript.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Всегда проверяйте DevTools Network и Console.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Credentials и cookies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Cookie-based Authentication меняет требования к CORS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credentials в Fetch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cross-origin fetch cookies по умолчанию не отправляются.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Чтобы запрос включал credentials, используют credentials: include.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Server должен разрешить credentialed CORS.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Browser дополнительно применяет cookie attributes.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Cross-origin fetch с cookie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response = await fetch(
  "http://localhost:3000/api/auth/me",
  {
    credentials: "include"
  }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Browser просит включить cookies.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Server должен вернуть Access-Control-Allow-Credentials: true.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Access-Control-Allow-Origin должен быть конкретным origin, а не *.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Credentialed CORS: credentials include + explicit origin + allow credentials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6BCCBF-ADCD-6718-A53C-73D8C97C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Express CORS для cookie-based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app.use(cors({
  origin: "http://localhost:5500",
  credentials: true,
  methods: ["GET", "POST", "PATCH", "DELETE"],
  allowedHeaders: ["Content-Type"]
}));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credentials: true добавляет Access-Control-Allow-Credentials: true.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origin задаётся явно.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Wildcard * здесь не используется.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Cookie attributes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Attribute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HttpOnly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Запрещает JavaScript читать cookie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HttpOnly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Secure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Отправлять cookie только по HTTPS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Secure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SameSite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Ограничивает cross-site отправку cookie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Lax / Strict / None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Ограничивает URL path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Path=/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Max-Age/Expires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Определяет срок жизни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Max-Age=900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HttpOnly cookie недоступна через document.cookie.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снижает риск прямой кражи session credential через XSS.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 XSS всё ещё может инициировать requests от имени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HttpOnly — важная защита, но не единственная.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Secure и SameSite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Secure требует HTTPS для отправки cookie.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SameSite=Strict сильнее ограничивает cross-site отправку.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SameSite=Lax допускает некоторые top-level safe navigations.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SameSite=None требует Secure.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SameSite помогает против CSRF, но не всегда заменяет полноценную CSRF-защиту.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CSRF и безопасная конфигурация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Автоматическая отправка cookie создаёт отдельный класс угроз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CSRF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Cross-Site Request Forgery — атака, при которой злоумышленник заставляет browser аутентифицированного пользователя отправить нежелательный state-changing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Проблема особенно актуальна для cookie-based Authentication.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Browser может автоматически приложить session cookie.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Атакующему не обязательно знать сам cookie.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state-changing endpoints требуют дополнительной защиты.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Упрощённый CSRF-сценарий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User logged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Browser имеет session cookie магазина.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Открывает malicious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Пользователь посещает страницу атакующего.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Сайт инициирует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Browser формирует запрос к магазину.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Cookie может приложиться автоматически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Backend видит authenticated request.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Без CSRF-защиты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State-changing action может выполниться.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CSRF: malicious site → browser with session cookie → protected action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E5C5BF-EAA3-2EE4-E598-8A43FA2E5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Защита от CSRF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изменять server state через GET.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Использовать SameSite как defense in depth.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Проверять Origin/Referer для state-changing requests.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Использовать CSRF token или double-submit pattern, когда архитектура этого требует.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Использовать HTTPS и Secure cookies.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Bearer JWT и Cookie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Authorization: Bearer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JavaScript явно добавляет token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Browser не прикладывает token автоматически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CSRF риск обычно ниже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XSS может украсть JS-доступный token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CORS всё равно нужен для cross-origin browser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HttpOnly Cookie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Browser отправляет cookie автоматически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JavaScript не читает HttpOnly credential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Снижает риск прямой кражи token через XSS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Требует внимания к CSRF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Credentialed CORS требует explicit origin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Безопасная HTTP-конфигурация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Разрешать только нужные origins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считать CORS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Для credentials не использовать Access-Control-Allow-Origin: 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HTTPS в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HttpOnly и Secure для session cookies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Выбирать SameSite осознанно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выполнять state changes через 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Защищать cookie-auth от CSRF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доверять frontend как границе безопасности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Authentication и Authorization на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CORS между :5500 и :3000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Настройте frontend на http://localhost:5500 и Express API на http://localhost:3000, затем исследуйте CORS и preflight.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Запустить frontend и backend на разных ports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Убедиться, что origins различаются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Временно отключить cors middleware и увидеть CORS error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Установить cors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Разрешить только http://localhost:5500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Выполнить GET /api/products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Выполнить POST с JSON и Authorization header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Найти OPTIONS preflight в DevTools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Access-Control-* headers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блокировку другого origin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Frontend :5500 читает ответы API :3000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Другой origin не получает разрешение CORS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Студент находит OPTIONS preflight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Студент объясняет, почему CORS не заменяет JWT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CORS policy не использует wildcard для private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диагностировать CORS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Откройте Browser DevTools → Network.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Ищите OPTIONS request перед actual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Проверьте Origin request header.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Проверьте Access-Control-Allow-Origin в response.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Проверьте allowed methods/headers.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Читайте Console: browser обычно объясняет причину блокировки.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secure cross-origin flow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D0C4B3-A8FE-47B6-6DD3-CB45FDB94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Из каких трёх частей состоит origin?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Почему localhost:5500 и localhost:3000 — разные origins?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Что делает Same-Origin Policy?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Что делает CORS?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Почему CORS не защищает API от Postman?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Для чего browser отправляет OPTIONS preflight?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Какие задачи решают Access-Control-Allow-Origin и Access-Control-Allow-Headers?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credentialed CORS нельзя использовать с origin *?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Для чего нужны HttpOnly, Secure и SameSite?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cookie-based Authentication требует защиты от CSRF?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Origin определяется scheme, host и port.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Same-Origin Policy ограничивает cross-origin доступ browser JavaScript.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CORS позволяет серверу явно разрешать доверенные origins.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Preflight OPTIONS проверяет возможность будущего cross-origin request.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Express cors middleware формирует необходимые CORS headers.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CORS является browser policy и не заменяет Authentication/Authorization.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Credentialed fetch использует credentials: include.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Для credentialed CORS нужен explicit origin и Access-Control-Allow-Credentials.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HttpOnly, Secure и SameSite усиливают cookie security.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Cookie-based Authentication требует продуманной CSRF-защиты.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CORS • HTTP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2516</Words>
  <Application>Microsoft Office PowerPoint</Application>
  <PresentationFormat>Широкоэкранный</PresentationFormat>
  <Paragraphs>432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 и безопасность HTTP-взаимодействия</dc:title>
  <dc:subject>Same-Origin Policy, CORS, preflight, credentials, cookies и CSRF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2026-09-22T13:24:22Z</dcterms:modified>
  <cp:category/>
</cp:coreProperties>
</file>