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94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3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4.4. Аутентификация, авторизация, безопасность и интеграция 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JWT-аутентификация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Access token, Bearer scheme и защита Express 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назначение JSON Web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Разбирать JWT на Header, Payload и Signature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Понимать, что подписанный JWT не является зашифрованным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стандартные claims sub, iat и exp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access token после успешного 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Передавать JWT через Authorization: Bearer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JWT через jwt.verify()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requireAuth middleware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Защищать REST endpoints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Корректно обрабатывать отсутствующий, неверный и просроченный 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Что такое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Структура, claims и цифровая подпись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Создание access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jwt.sign(), secret, exp, sub, issuer и audience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Bearer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Передача access token в HTTP Authorization header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Проверка JWT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jwt.verify(), requireAuth и req.user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Безопасность JWT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Срок жизни, секреты, payload и типичные ошибки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Что такое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JWT переносит claims и защищает их целостность подписью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JSON Web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JWT — компактный формат представления claims, который может быть подписан для проверки подлинности и целостности.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JWT часто используется как access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login сервер может выдать token клиенту.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предъявляет token при обращении к protected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Сервер проверяет подпись и срок действия.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Успешная проверка позволяет восстановить identity пользователя.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JWT состоит из трёх частей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Header описывает тип token и алгоритм подписи.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Payload содержит claims.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Signature защищает Header и Payload от незаметного изменения.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Три Base64URL-части разделены точками.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Формат: header.payload.signature.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выглядит 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endParaRPr lang="ru-RU"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eyJhbGciOiJIUzI1NiIsInR5cCI6IkpXVCJ9.
eyJzdWIiOiI1Iiwicm9sZSI6InVzZXIiLCJpYXQiOjE3MDAwMDAwMDAsImV4cCI6MTcwMDAwMDkwMH0.
&lt;signature&gt;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JWT = Header + Payload + Signature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74002A-0E51-24D2-A31C-17F270534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Header, Payload и Signature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Часть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содержит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Секретна?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Header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alg, typ и другие параметры JOSE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Payload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Claims пользователя и token metadata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Signature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Результат криптографической подписи/MAC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Нет как отдельная часть, но создаётся с использованием секретного ключа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JWT не шифрует payload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Base64URL encoding не является encryption.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Header и Payload может прочитать любой, у кого есть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Signature предотвращает незаметное изменение подписанного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помещайте в Payload password, passwordHash, JWT_SECRET или другие секреты.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JWT должен содержать минимально необходимые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Полезные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Claim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Смысл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sub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Subject — идентификатор пользователя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iat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Issued At — время выпуска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Unix timestamp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Expiration Time — срок действия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Unix timestamp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Issuer — кто выпустил token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express-shop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aud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Audience — для кого предназначен token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express-shop-api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Private claim для роли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Claim exp обязателен для практического access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Access token не должен действовать бесконечно.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 задаёт момент, после которого token нельзя принимать.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Библиотека jsonwebtoken проверяет exp при jwt.verify().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учебного проекта используем короткий срок жизни 15 минут.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Позже можно добавить refresh token отдельно.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Создание access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Token выдаётся только после успешной проверки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Поток login → access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отправляет email и password.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 Service находит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Argon2 проверяет password относительно passwordHash.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Только после успешной Authentication создаётся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JWT возвращается клиенту вместе с безопасными данными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Алгоритм выпуска 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Проверить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authenticateUser() подтверждает email и password.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Сформировать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Использовать минимальные данные: sub и role.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Подписать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jwt.sign() использует JWT_SECRET.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Задать срок жизни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expiresIn ограничивает время действия.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Вернуть accessToken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Controller отправляет token клиенту.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Login → credentials verified → JWT access token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99295C-D33E-7367-7131-50189A652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Установка jsonwebtoken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install jsonwebtoken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JWT_SECRET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JWT_SECRET — криптографический секрет для HMAC-подписи access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Секрет хранится на сервере, а не во frontend.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записывайте его прямо в исходный код.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Храните его в .env или secrets manager.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HS256 используйте криптографически случайный секрет не короче 256 бит.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используйте обычный человекочитаемый password как JWT secret.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Переменные окружения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endParaRPr lang="ru-RU"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JWT_SECRET=&lt;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случайный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секрет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не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менее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256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бит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&gt;
JWT_EXPIRES_IN=15m
JWT_ISSUER=express-shop
JWT_AUDIENCE=express-shop-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endParaRPr sz="1800" b="0" i="0" dirty="0">
              <a:solidFill>
                <a:srgbClr val="F8FAFC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tokenService.js: создание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jwt from "jsonwebtoken";
export function createAccessToken(user) {
  return jwt.sign(
    { role: user.role },
    process.env.JWT_SECRET,
    {
      algorithm: "HS256",
      subject: String(user.id),
      issuer: process.env.JWT_ISSUER,
      audience: process.env.JWT_AUDIENCE,
      expiresIn: process.env.JWT_EXPIRES_IN
    }
  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sub создаётся через option subject.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role помещается в Payload как private claim.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HS256 использует общий секрет.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expiresIn создаёт exp.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issuer и audience ограничивают область применения 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userId лучше хранить в sub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sub — стандартный JWT claim для subject.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 естественно соответствует identity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нужно придумывать отдельное поле userId без необходимости.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verify значение decoded.sub можно преобразовать в Number.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Стандартные claims делают назначение token понятнее.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Login Controller возвращает accessToken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457964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export async function login(req, res, next) {
  try {
    const { email, password }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req.body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;
    const user =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authenticateUser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(email, password);
    if (!user) {
      return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(401).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({
        error: "Invalid email or password"
      });
    }
    const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accessToken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createAccessToken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(user);
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({ user,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accessToken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});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62636" y="1230237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63804" y="1431405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8940" y="1943469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JWT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создаётся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успешной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Authentication.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passwordHash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попадает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в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accessToken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следующих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запросов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Успешный login с 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POST /api/auth/login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Код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• JSON</a:t>
            </a: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{
  "email": "alex@example.com",
  "password": "ExamplePassword123!"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{
  "user": {
    "id": 5,
    "name": "Alex",
    "email": "alex@example.com",
    "role": "user"
  },
 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accessToken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eyJ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..."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accessToken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обращения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к protected endpoints.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Bearer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JWT передаётся серверу через Authorization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Bearer authentication scheme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Access token обычно передаётся в HTTP header Authorization.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Формат: Authorization: Bearer &lt;token&gt;.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Bearer означает: предъявитель token получает права, связанные с ним.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утечка token опасна до момента его expiration.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Token нельзя передавать в URL query string.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HTTP-запрос с Bearer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endParaRPr lang="ru-RU"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HTTP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GET 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/auth/me
Authorization: Bearer eyJhbGciOiJIUzI1NiIsInR5cCI6IkpXVCJ9...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клиент использует access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Получить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Login response содержит accessToken.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Сформировать 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Добавить префикс Bearer.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Отправить protected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Например GET /api/auth/me.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Сервер проверяет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requireAuth вызывает verifyAccessToken().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Получить resource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При успехе запрос продолжается.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Публичный и защищённый endpoint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Public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GET /api/products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требует JWT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Доступен гостю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requireAuth отсутствует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Protected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GET /api/auth/me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Требует Bearer token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Без token → 401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Использует requireAuth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Authorization: Bearer JWT → protected endpoint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1CB81C-D995-E9C5-CE94-99771B2A3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не использовать query parameter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URL может попасть в browser history.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URL часто попадает в access logs и proxy logs.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URL может передаваться как Referer.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Authorization header предназначен для credentials.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Access token рассматривается как чувствительный bearer credential.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Проверка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Доверяем claims только после успешного jwt.verify()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decode() и verify() — не одно и то же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JWT можно Base64URL-декодировать без знания secret.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decode показывает Payload, но не подтверждает подлинность.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Protected endpoint должен использовать verify.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verify проверяет signature и стандартные ограничения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Нельзя принимать authorization decisions на основании только decoded payload.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tokenService.js: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function verifyAccessToken(token) {
  return jwt.verify(
    token,
    process.env.JWT_SECRET,
    {
      algorithms: ["HS256"],
      issuer: process.env.JWT_ISSUER,
      audience: process.env.JWT_AUDIENCE
    }
  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algorithms явно ограничивает разрешённый алгоритм.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issuer должен совпасть с ожидаемым.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audience должен совпасть с ожидаемым.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exp проверяется библиотекой при verify.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Извлечение Bearer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function getBearerToken(req) {
  const header = req.headers.authorization;
  if (!header) return null;
  const [scheme, token] = header.split(" ");
  if (scheme !== "Bearer" || !token) {
    return null;
  }
  return token;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Сначала читается Authorization header.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Ожидается ровно Bearer scheme.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При отсутствии token возвращается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Строка JWT дальше передаётся verifyAccessToken().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requireAuth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43153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requireAuth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(req, res, next) {
  const token =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getBearerToken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(req);
  if (!token) {
    return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(401).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
      error: "Authentication required"
    });
  }
  try {
    const payload =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verifyAccessToken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(token);
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req.user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{
      id: Number(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payload.sub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),
      role: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payload.role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
    };
    next();
  } catch {
    return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(401).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
      error: "Invalid or expired token"
    });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Без token запрос завершается 401.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Claims используются только после verify.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req.user содержит identity для следующих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Неверный и просроченный JWT не пропускаются.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Защита маршрута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router.get("/me", requireAuth, getCurrentUser);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getCurrentUser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getCurrentUser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(req, res, next) {
  try {
    const user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prisma.user.findUnique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
      where: { id: req.user.id },
      select: {
        id: true,
        name: true,
        email: true,
        role: true
      }
    });
    if (!user) {
      return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(401).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error: "User not found" });
    }
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user });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JWT подтверждает identity.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может загрузить актуальный User из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passwordHash не выбирается.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Так приложение не зависит от всех пользовательских данных внутри 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requireAuth: Bearer token → verify → req.user → Controller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D1700F-81F0-A2C6-EABD-9578FB0FC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Типичные ответы Authentication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Ситуация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HTTP status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Ответ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Authorization отсутствует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Authentication required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Scheme не Bearer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Authentication required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Signature неверна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Invalid or expired token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Token просрочен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Invalid or expired token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Token валиден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Продолжение запроса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next()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Безопасность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JWT удобен, но требует строгой проверки и управления жизненным циклом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JWT security checklist: secret, algorithm, claims, expiration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7E0330-7F60-45E6-A6F5-FE6690E78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Минимальные правила 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HTTPS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Хранить JWT_SECRET только на сервере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Генерировать сильный случайный secret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Для HS256 использовать secret не короче 256 бит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Явно ограничивать algorithms при verify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exp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issuer и audience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помещать secrets в Payload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логировать полный access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передавать token через URL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JWT payload нельзя считать доверенным до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полностью контролирует входящий HTTP 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 может прислать произвольную строку, похожую на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Даже корректно декодированный Payload не доказывает подлинность.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Только успешная cryptographic verification делает claims пригодными для использования.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verify всё равно обрабатывайте claims как обычные входные данные ожидаемого типа.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Короткий access token снижает риск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Украденный bearer token можно использовать до его expiration.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Короткий срок жизни уменьшает окно злоупотребления.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учебном проекте используем 15 минут.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Длительная пользовательская сессия обычно требует отдельного refresh/session механизма.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Refresh token не реализуем в этой лабораторной, чтобы не смешивать задачи.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Logout с JWT сложнее, чем с серверной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Самопроверяемый JWT может оставаться валидным до exp.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Простое удаление token на клиенте завершает локальный login, но не отзывает уже украденную копию.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принудительного отзыва применяют короткий access-token lifetime, refresh-token rotation или server-side denylist/status.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Полный lifecycle токенов зависит от архитектуры приложения.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JWT flow Internet Shop: login → token → Bearer → requireAuth → protected API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E2647B-D039-7610-9004-38A155763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Из каких трёх частей состоит JWT?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Почему Payload JWT нельзя считать секретным?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Для чего нужна Signature?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Что означает claim sub?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Для чего используется exp?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Где должен храниться JWT_SECRET?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Как передаётся Bearer token в HTTP?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Чем decode отличается от verify?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Что делает requireAuth middleware?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access token желательно делать короткоживущим?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JWT — компактный формат claims, часто используемый как access token.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Подписанный JWT состоит из Header, Payload и Signature.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Payload кодируется, но не шифруется.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Access token выдаётся после успешной Authentication.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sub идентифицирует пользователя, exp ограничивает срок действия.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Клиент передаёт token как Authorization: Bearer &lt;token&gt;.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Protected routes используют requireAuth middleware.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jwt.verify() проверяет подпись и ограничения token.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JWT_SECRET должен быть сильным и храниться только на сервере.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Неверный или expired token приводит к 401.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Следующая лекция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Авторизация и управление доступом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Authentication vs Authorization на практике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Role-Based Access Control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user и admin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requireRole middleware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403 Forbidden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Защита административных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JWT Authentication •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2951</Words>
  <Application>Microsoft Office PowerPoint</Application>
  <PresentationFormat>Широкоэкранный</PresentationFormat>
  <Paragraphs>461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JWT-аутентификация</dc:title>
  <dc:subject>Access JWT, Bearer token, jsonwebtoken и requireAuth middleware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2026-09-22T11:57:39Z</dcterms:modified>
  <cp:category/>
</cp:coreProperties>
</file>