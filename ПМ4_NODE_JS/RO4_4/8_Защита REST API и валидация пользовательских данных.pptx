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5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3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Защита REST API и валидация пользовательских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express-validator, request limits, Helmet, rate limiting и безопасный middleware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Объяснять, почему любой пользовательский ввод считается недоверенным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client-side и server-side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syntactic и semantic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express-validator для body, params и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Формировать единый ответ при validation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Извлекать только проверенные данные через matchedData()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Ограничивать размер request body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Helmet для security headers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rate limiting для API и login endpoint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Строить многоуровневый security middleware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Недоверенные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Server-side validation, allowlist и бизнес-ограничения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express-validator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body, param, query, validationResult и matchedData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Безопасный input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Validation, normalization, unknown fields и error response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HTTP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Request-size limits и Helmet security headers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Rate limiting и defence in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429, login limiter, logging и итоговый middleware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Недоверенные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Любой HTTP input может быть изменён вне интерфейса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Главное правило: не доверять клиенту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HTML input, select и disabled button не являются механизмами безопасности.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может отправить запрос через DevTools, Postman, curl или собственный 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изменить body, params, query и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backend валидирует все данные до бизнес-логики и работы с базой.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Client-side и Server-side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Client-side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Улучшает UX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Даёт быстрый feedback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использовать required/min/max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Легко обходится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является security boundary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Server-side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Обязательна для безопасности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фактически полученный HTTP request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Работает независимо от frontend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Останавливает ошибочные данные до Service/DB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Является частью API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Syntactic и semantic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Syntactic validation проверяет форму данных: тип, формат, длину.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Semantic validation проверяет смысл в бизнес-контексте.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 syntax: price должен быть integer.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 semantics: quantity не может превышать допустимое число единиц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Обе проверки нужны и решают разные задачи.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Untrusted input → validation → business rules → database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6AA1D6-2058-914E-2290-2170C0A98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Allowlist лучше denylist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Allowlist определяет, какие значения разрешены.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role ∈ user/admin или sort ∈ price/name.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Denylist пытается перечислить опасные значения и легко обходится.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фиксированных наборов и структурированных полей используйте allowlist.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не заменяет parameterized queries и безопасные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проверять в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Поле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 правила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Тип проверки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2–150 символов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Длина и тип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Целое число &gt; 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Тип и диапазон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Integer &gt;= 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Тип и диапазон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inStock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Boolean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Тип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quantity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1–100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Диапазон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или admin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Allowlist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 в URL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Integer &gt;= 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Path parameter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express-validator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Validation rules удобно оформлять middleware-цепочками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express-validator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express-validator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функции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body() проверяет поля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param() проверяет параметры маршрута.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query() проверяет query string.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validationResult(req) получает накопленные validation errors.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matchedData(req) извлекает только данные, прошедшие validation/sanitization.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Product при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import { body } from "express-validator";
export const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createProductValidation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[
  body("name")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isString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
    .trim()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isLength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min: 2, max: 150 }),
  body("price")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isInt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min: 1, max: 100000000 })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toInt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(),
  body("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isInt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min: 1 })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toInt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(),
  body("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")
    .optional()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isBoolean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
    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toBoolean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
];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Каждое поле получает независимую validation chain.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trim() нормализует 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toInt() и toBoolean() преобразуют валидные значения к ожидаемому типу.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optional() разрешает отсутствие необязательного поля.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chain выполняется слева направо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Validator проверяет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Sanitizer может нормализовать или преобразовать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withMessage() позволяет задать понятное сообщение.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bail() может остановить дальнейшие проверки поля после первой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Контроллер запускается после validation middleware.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body / param / query → validation chains → validationResult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E89905-A3A5-54A2-38D6-4201470E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Единый validateRequest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import {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matchedData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validationResult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} from "express-validator";
export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validateRequest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res, next) {
  const result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validationResult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(req);
  if (!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result.isEmpty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()) {
    return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(400).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
      error: "Validation failed",
      details: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result.array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
    });
  }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req.validated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matchedData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{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includeOptionals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: true
  });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validation errors собираются в одном месте.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Некорректный request завершается status 400.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matchedData() формирует набор только проверенных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получает данные после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Подключение validator к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router.post(
  "/",
  requireAuth,
  requireRole("admin"),
  createProductValidation,
  validateRequest,
  createProduct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Authentication выполняется до admin action.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Role проверяется до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Validation выполняется до бизнес-логики.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получает уже проверенный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path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parameter тоже является пользовательским вводом.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достаточно вызвать Number(req.params.id) и надеяться на корректность.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Проверяйте диапазон и тип перед запросом к базе.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id должен быть положительным integer.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:id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param } from "express-validator";
export const idValidation = [
  param("id")
    .isInt({ min: 1 })
    .withMessage("id must be a positive integer")
    .toInt()
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Безопасный input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Проверяем не только формат, но и то, какие поля вообще разрешены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Mass assignment / unexpected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прислать больше полей, чем показывает UI.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register body может содержать role: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Нельзя слепо передавать req.body целиком в prisma.create() или update().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Используйте явный список разрешённых полей или matchedData().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Опасно и безопасно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Опасно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data: req.body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Клиент управляет неожиданными полями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Сложнее увидеть реальный API contract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Риск изменения role/status/owner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data: req.validated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Передаются только проверенные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Contract явно определён validators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Системные поля задаёт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использует req.validated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326409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addProduct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req.validated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(201).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7385" y="1240634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78553" y="1441802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3689" y="1953866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читает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сырой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req.validated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сформирован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ожидаемые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Raw request → validators → matchedData → Controller → Service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5A0D0F-14A9-0F82-E4E1-B79260FE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Order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const createOrderValidation = [
  body("items")
    .isArray({ min: 1, max: 50 }),
  body("items.*.productId")
    .isInt({ min: 1 })
    .toInt(),
  body("items.*.quantity")
    .isInt({ min: 1, max: 100 })
    .toInt()
];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items должен быть массивом.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Количество элементов запроса ограничивается.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Wildcard items.* проверяет каждый элемент.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quantity получает явный диапазон.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Validation не заменяет Service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Validator может проверить quantity от 1 до 100.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наличие Product проверяется через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Достаточный остаток товара — бизнес-правило.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Право пользователя на действие — Authorization.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Database constraints остаются последним защитным слоем.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Слои проверки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Слой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проверяет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Validator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Форма входных данных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— positive integer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 middleware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Identity и role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admin required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Бизнес-правила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 существует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Prisma/DB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Целостность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FK, UNIQUE, NOT NULL, 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HTTP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Даже валидный JSON не должен быть неограниченного размера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Ограничение request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Большой body расходует память и CPU ещё до бизнес-логики.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JSON parser поддерживает limit.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превышении body-size limit запрос отклоняется.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задавать разумный максимальный размер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обычного Internet Shop API десятки килобайт обычно более чем достаточно.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Явный JSON body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app.use(express.json({
  limit: "100kb"
}));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413 Payload Too Large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body превышает configured limit, parser отклоняет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 413 означает слишком большой request content.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уменьшает риск случайной или намеренной перегрузки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Limit должен быть числовым или корректной строкой размера и не должен зависеть от недоверенного ввода.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Request hardening: Content-Type + size limit + validation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73E72-C88C-DD4B-73B5-91982FDE3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Helmet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helmet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Helmet в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helmet from "helmet";
app.use(helmet());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Helmet устанавливает набор защитных HTTP response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том числе Content-Security-Policy и другие browser security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Helmet также удаляет X-Powered-By.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Конкретная CSP может потребовать настройки под frontend приложения.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дают security headers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Content-Security-Policy уменьшает риск ряда XSS-сценариев.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X-Content-Type-Options: nosniff отключает MIME sniffing.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Referrer-Policy ограничивает передачу Referer.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Strict-Transport-Security заставляет browser предпочитать HTTPS после получения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Security headers являются defense in depth, а не заменой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Rate limiting и defence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Ограничиваем частоту запросов и защищаем чувствительные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express-rate-limit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express-rate-limit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Общий API limiter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{ rateLimit } from "express-rate-limit";
const apiLimiter = rateLimit({
  windowMs: 15 * 60 * 1000,
  limit: 300,
  standardHeaders: true,
  legacyHeaders: false
});
app.use("/api", apiLimiter);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windowMs задаёт окно подсчёта.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limit задаёт число разрешённых запросов на client key за окно.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standardHeaders включает стандартные RateLimit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превышения лимита сервер возвращает 429.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Rate limiting: normal traffic → API, excessive traffic → 429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2F71F1-8189-6BC4-F3B7-77B062D6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Отдельный limiter для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loginLimiter = rateLimit({
  windowMs: 15 * 60 * 1000,
  limit: 10,
  standardHeaders: true,
  legacyHeaders: false
});
router.post(
  "/login",
  loginLimiter,
  loginValidation,
  validateRequest,
  login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Login является чувствительным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Более строгий лимит усложняет массовый online guessing.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Rate limit дополняет password hashing, но не заменяет его.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Rate limiting: важные ограничения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универсальный лимит не подходит всем endpoints.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 reverse proxy нужно правильно настроить client IP/trust proxy.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In-memory store подходит для одной учебной instance, но не для распределённого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Rate limiting — защита от abuse, а не полноценная DDoS-защита.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Security pipeline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CORS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Helmet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Request body size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Authorization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Input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matchedData / explicit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Service business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Prisma + database constraints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Safe error responses and security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security middleware pipeline REST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DDA0F5-18CA-E957-8CC5-895023AC3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Безопасные ошибки и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Клиенту возвращайте понятную ошибку без stack trace и внутренних SQL/Prisma деталей.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failures полезно логировать как security signal.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логируйте passwords, JWT, session cookies и другие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Повторяющиеся validation failures или 429 могут указывать на abuse.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production подробности ошибки остаются в server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hardening Product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Добавьте validation, body limit, Helmet и rate limiting в Internet Shop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Установить express-validator, helmet и express-rate-limit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validateRequest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validation rules для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id в params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matchedData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Ограничить JSON body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Подключить Helmet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общий API limiter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более строгий login limiter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ответы 400, 413 и 429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Некорректный Product не попадает в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Неожиданные поля не передаются в Prisma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Слишком большой request отклоняется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Security headers присутствуют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Частые login requests получают 429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Нормальный CRUD продолжает работать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Почему client-side validation недостаточна для безопасности?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syntactic validation отличается от semantic validation?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Почему allowlist предпочтительнее denylist?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используется validationResult()?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возвращает matchedData()?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опасно передавать req.body целиком в Prisma?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Для чего нужен request body limit?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делает Helmet?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Когда сервер возвращает 429 Too Many Requests?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rate limiting не заменяет Authentication и Authorization?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Все входные HTTP-данные считаются недоверенными.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Server-side validation обязательна независимо от frontend checks.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express-validator проверяет body, params и query.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validationResult() централизует validation errors.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matchedData() помогает использовать только проверенные поля.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Validation дополняется Service rules и database constraints.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Request body size limit уменьшает риск resource exhaustion.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Helmet добавляет browser security response headers.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Rate limiting ограничивает abuse и online brute-force attempts.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Безопасный REST API строится как несколько независимых защитных слоёв.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REST API Security •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2789</Words>
  <Application>Microsoft Office PowerPoint</Application>
  <PresentationFormat>Широкоэкранный</PresentationFormat>
  <Paragraphs>440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REST API и валидация пользовательских данных</dc:title>
  <dc:subject>express-validator, request limits, Helmet и rate limiting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2026-09-22T13:45:13Z</dcterms:modified>
  <cp:category/>
</cp:coreProperties>
</file>