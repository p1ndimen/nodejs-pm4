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tos"/>
              </a:rPr>
              <a:t>РО 4.2. Разрабатывать серверные приложения и REST API с использованием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Маршрутизация и HTTP-методы в Express.js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Как сервер определяет, какой код выполнить для конкретного запроса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Объяснять назначение маршрутизации в серверном приложении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Определять маршрут по HTTP-методу и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 dirty="0" err="1">
                <a:solidFill>
                  <a:srgbClr val="172033"/>
                </a:solidFill>
                <a:latin typeface="Aptos"/>
              </a:rPr>
              <a:t>Создавать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маршруты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помощью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app.get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(),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app.post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(),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app.put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(),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app.patch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() и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app.delete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Выбирать HTTP-метод в зависимости от выполняемой операции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Создавать несколько маршрутов для одного ресурса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Проектировать базовую структуру REST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Проверять маршруты с помощью браузера и HTTP-клиента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2880360"/>
            <a:ext cx="100584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13816" y="2752344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572768"/>
            <a:ext cx="1554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Понятие маршрутизации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002536"/>
            <a:ext cx="1737360" cy="8412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Маршрут, endpoint, HTTP-метод и обработчик</a:t>
            </a:r>
          </a:p>
        </p:txBody>
      </p:sp>
      <p:sp>
        <p:nvSpPr>
          <p:cNvPr id="9" name="Oval 8"/>
          <p:cNvSpPr/>
          <p:nvPr/>
        </p:nvSpPr>
        <p:spPr>
          <a:xfrm>
            <a:off x="3328415" y="2752344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79" y="3310128"/>
            <a:ext cx="1554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Создание маршрутов в Express.js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3949619"/>
            <a:ext cx="1737360" cy="8412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 dirty="0" err="1">
                <a:solidFill>
                  <a:srgbClr val="64748B"/>
                </a:solidFill>
                <a:latin typeface="Aptos"/>
              </a:rPr>
              <a:t>Синтаксис</a:t>
            </a:r>
            <a:r>
              <a:rPr sz="12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Aptos"/>
              </a:rPr>
              <a:t>app.METHOD</a:t>
            </a:r>
            <a:r>
              <a:rPr sz="1200" b="0" i="0" dirty="0">
                <a:solidFill>
                  <a:srgbClr val="64748B"/>
                </a:solidFill>
                <a:latin typeface="Aptos"/>
              </a:rPr>
              <a:t>(PATH, HANDLER) и </a:t>
            </a:r>
            <a:r>
              <a:rPr sz="1200" b="0" i="0" dirty="0" err="1">
                <a:solidFill>
                  <a:srgbClr val="64748B"/>
                </a:solidFill>
                <a:latin typeface="Aptos"/>
              </a:rPr>
              <a:t>поиск</a:t>
            </a:r>
            <a:r>
              <a:rPr sz="12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Aptos"/>
              </a:rPr>
              <a:t>подходящего</a:t>
            </a:r>
            <a:r>
              <a:rPr sz="12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Aptos"/>
              </a:rPr>
              <a:t>маршрута</a:t>
            </a:r>
            <a:endParaRPr sz="12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843016" y="2752344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1572768"/>
            <a:ext cx="1554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HTTP-методы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002536"/>
            <a:ext cx="1737360" cy="8412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GET, POST, PUT, PATCH и DELETE</a:t>
            </a:r>
          </a:p>
        </p:txBody>
      </p:sp>
      <p:sp>
        <p:nvSpPr>
          <p:cNvPr id="15" name="Oval 14"/>
          <p:cNvSpPr/>
          <p:nvPr/>
        </p:nvSpPr>
        <p:spPr>
          <a:xfrm>
            <a:off x="8357616" y="2752344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80" y="3310128"/>
            <a:ext cx="1554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Один ресурс — разные 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739896"/>
            <a:ext cx="1737360" cy="8412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Использование одинакового URL с разными HTTP-методами</a:t>
            </a:r>
          </a:p>
        </p:txBody>
      </p:sp>
      <p:sp>
        <p:nvSpPr>
          <p:cNvPr id="18" name="Oval 17"/>
          <p:cNvSpPr/>
          <p:nvPr/>
        </p:nvSpPr>
        <p:spPr>
          <a:xfrm>
            <a:off x="10872216" y="2752344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0" y="1572768"/>
            <a:ext cx="1554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Маршруты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002536"/>
            <a:ext cx="1737360" cy="8412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Проектирование API на примере интернет-магазина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Понятие маршрутизации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Как сервер выбирает обработчик для входящего HTTP-запроса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Сервер получает разные запросы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Одно серверное приложение обычно предоставляет множество функций.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может запрашивать каталог, данные товара, корзину или список заказов.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каждой операции сервер должен выполнить соответствующий программный код.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серверу необходимо определить, какому обработчику передать входящий запрос.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Маршрутизация связывает входящий HTTP-запрос с кодом, который должен его обработать.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маршрутизация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Маршрутизация — механизм определения реакции серверного приложения на запрос к определённому URL с определённым HTTP-методом.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Запрос содержит HTTP-метод, например GET или POST.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Запрос содержит адрес ресурса, например /api/products.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сравнивает запрос с зарегистрированными маршрутами.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совпадении запускается соответствующая функция-обработчик.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элементы маршрута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HTTP-метод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Определяет характер операции: чтение, создание, изменение или удаление.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Определяет URL-путь, для которого зарегистрирован маршрут.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Handler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Функция, которую Express запускает при совпадении метода и пути.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86200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8448" y="4014215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99432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Результат обработки, который сервер отправляет клиенту.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Анатомия маршрута Express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157063-2577-220E-E9FC-3310EFD6F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Примеры маршрутов будущего магазина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863535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Метод</a:t>
                      </a:r>
                      <a:endParaRPr sz="20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URL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  <a:endParaRPr sz="20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товары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Добавить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/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api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/categories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категории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/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api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/orders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Создать заказ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/api/cart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Очистить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корзину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endpoint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Endpoint — доступная клиенту точка API, определяемая сочетанием HTTP-метода и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GET /api/products и POST /api/products — разные endpoints.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URL у них одинаковый, но операция различается.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Endpoint описывает конкретную возможность серверного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обращается к endpoints с помощью HTTP-запросов.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Endpoint — это не только URL. HTTP-метод также является частью определения операции.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Как Express выбирает подходящий маршрут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EFB3F2-E89B-377B-610E-A1D8FBEBC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Создание маршрутов в Express.js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Синтаксис маршрутов и обработчики запросов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Общий синтаксис маршрута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app.METHOD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(PATH, HANDLER);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967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app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экземпляр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Express-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METHOD —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метод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нижнем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регистре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PATH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путь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которого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регистрируется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HANDLER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которая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совпадении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Простой GET-маршрут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(products);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3480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app.get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регистрирует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обработчик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GET-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путь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req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информацию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о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res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примере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массив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products.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Несколько GET-маршрутов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2395728"/>
            <a:ext cx="5230368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2560320"/>
            <a:ext cx="4828031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Пример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395728"/>
            <a:ext cx="5230368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4828031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14B8A6"/>
                </a:solidFill>
                <a:latin typeface="Aptos"/>
              </a:rPr>
              <a:t>Разбор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3108960"/>
            <a:ext cx="4864608" cy="2578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73152" rtlCol="0" anchor="ctr"/>
          <a:lstStyle/>
          <a:p>
            <a:r>
              <a:rPr sz="13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("/", (req, res) =&gt; {
  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res.send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("Internet Shop API");
});
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(products);
});
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/categories", (req, res) =&gt; {
  </a:t>
            </a:r>
            <a:r>
              <a:rPr sz="13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1300" b="0" i="0" dirty="0">
                <a:solidFill>
                  <a:srgbClr val="E2E8F0"/>
                </a:solidFill>
                <a:latin typeface="Consolas"/>
              </a:rPr>
              <a:t>(categories);
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3108960"/>
            <a:ext cx="4800600" cy="2578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500" b="0" i="0">
                <a:solidFill>
                  <a:srgbClr val="172033"/>
                </a:solidFill>
                <a:latin typeface="Aptos"/>
              </a:rPr>
              <a:t>Каждый путь представляет отдельную возможность сервера. Express выбирает обработчик в зависимости от URL входящего GET-запроса.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Маршрут определяется методом и путём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Путь сам по себе не определяет всю операцию.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учитывает HTTP-метод 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GET /api/products может возвращать каталог.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 /api/products может создавать новый товар.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один URL можно использовать для нескольких связанных операций.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Одинаковый URL — разные маршруты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GET /api/products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Метод GET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Получение данных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Сервер возвращает список товаров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Данные каталога не должны изменяться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POST /api/products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Метод POST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Передача новых данных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Сервер создаёт новый товар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Состояние приложения изменяется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Одинаковый путь с разными методами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0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(products);
});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app.post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(201).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   message: "Product created"
  });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Путь маршрута и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Путь начинается с символа /.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API удобно использовать общий префикс /api.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Имена ресурсов обычно записывают существительными: /products, /orders, /users.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Связанные endpoints желательно оформлять единообразно.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Строка запроса после символа ? не является частью пути маршрута Express.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Например, /api/products?category=phones соответствует маршруту /api/products. Query-параметры изучим отдельно.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HTTP-методы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Как HTTP-метод передаёт смысл операции серверу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Зачем нужны разные HTTP-методы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HTTP-запрос должен сообщить серверу не только адрес ресурса, но и требуемое действие.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ресурс можно получать, создавать, изменять и удалять.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этих действий HTTP определяет разные методы.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Правильный выбор метода делает API понятным и предсказуемым.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Метод отвечает на вопрос: что клиент хочет сделать с ресурсом?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HTTP-методы и операции с ресурсом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F8A728-3691-B2DC-E5F2-4A149AD8C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HTTP-методы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616904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Метод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Типичная операция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данные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каталог товаров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Создать ресурс или выполнить действие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Добавить новый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PUT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Полностью заменить ресурс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Заменить данные товара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PATCH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Частично изменить ресурс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Изменить только цену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Удалить ресурс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Удалить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товар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GET — получение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0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(products);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GET применяется для чтения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Клиент запрашивает представление существующего ресурса.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GET-запрос не должен использоваться для создания или удаления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Браузер легко выполняет GET-запрос при открытии URL.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POST — создание нового ресурса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0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app.post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(201).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   message: "Product created"
 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POST обычно используют для отправки новых данных серверу.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В интернет-магазине POST может создавать товар, заказ или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При успешном создании ресурса часто используется статус 201 Created.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Получение тела POST-запроса подробно рассмотрим в следующей лекции.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PUT — полная замена ресурса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0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app.put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   message: "Product replaced"
 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PUT предназначен для замены представления ресурса новыми данными.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Клиент обычно передаёт полный набор изменяемых данных ресурса.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В реальном API изменяемый объект обычно определяется идентификатором в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Параметры пути будут рассмотрены на следующем занятии.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PATCH — частичное изменение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0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app.patch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   message: "Product partially updated"
 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PATCH используется, когда требуется изменить только часть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Например, можно изменить цену товара, не передавая его название и категорию заново.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PATCH особенно удобен для частичного редактирования сущностей.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Сами изменяемые поля клиент передаёт в теле запроса.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PUT и 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Полная замена представления ресурса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Обычно передаётся полный набор данных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Используется, когда новое состояние известно целиком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Пример: полностью заменить карточку товара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Частичное изменение ресурса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Передаются только изменяемые данные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Остальные значения сохраняются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Пример: изменить только цену товара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DELETE — удаление ресурса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0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app.delete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   message: "Product deleted"
 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DELETE применяется для удаления ресурса.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В реальном API обычно необходимо определить, какой именно объект нужно удалить.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Для этого часто используется идентификатор в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Перед удалением сервер также может проверять права пользователя.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HTTP-метод должен соответствовать смыслу операции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Чтение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Используйте GET, если клиент только получает данные.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Создание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Используйте POST для создания нового ресурса.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Обновление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Используйте PUT или PATCH в зависимости от характера изменения.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86200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8448" y="4014215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Удаление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99432"/>
            <a:ext cx="2993136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Aptos"/>
              </a:rPr>
              <a:t>Используйте DELETE, если ресурс необходимо удалить.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Один ресурс — разные операции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Связываем действия над сущностью с HTTP-методами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Один ресурс products — пять HTTP-операций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33E4ED2-E3EB-4396-6758-A1C07CF6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Маршруты ресурса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82865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HTTP-запрос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Смысл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Express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товары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app.get()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POST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Создать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app.post()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PUT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Полностью заменить данные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app.put()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PATCH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Частично изменить данные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app.patch()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DELETE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Удалить ресурс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app.delete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Набор маршрутов для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0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getProducts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app.post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createProduct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app.put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replaceProduct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app.patch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updateProduct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app.delete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deleteProduct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Обработчик можно вынести в функцию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0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function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getProducts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(req, res)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(products);
}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getProducts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Обработчик не обязательно писать непосредственно внутри app.get().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Именованная функция делает код маршрутов короче.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Логику проще повторно использовать и тестировать.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>
                <a:solidFill>
                  <a:srgbClr val="172033"/>
                </a:solidFill>
                <a:latin typeface="Aptos"/>
              </a:rPr>
              <a:t>Позже обработчики будут вынесены в отдельные контроллеры.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Маршрут и бизнес-логика — разные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Маршрут определяет, какой запрос должен быть обработан.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Обработчик выполняет действия, необходимые для ответа.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Бизнес-логика определяет правила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 мере роста проекта эти части желательно разделять.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 первых примерах допустимо хранить небольшую логику прямо в обработчике.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Маршрут отвечает на вопрос «куда направить запрос», а не содержит всю архитектуру приложения.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Маршруты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Проектируем понятные endpoints для учебного интернет-магазина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Ресурсный подход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REST API удобно проектировать вокруг ресурсов предметной области.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интернет-магазине ресурсами могут быть products, categories, users, carts и orders.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URL называет ресурс, а HTTP-метод описывает действие.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Такой подход уменьшает количество специальных URL и делает API предсказуемым.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Лучше POST /api/products, чем GET /api/createProduct.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Действие в URL или HTTP-метод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Менее удачно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16412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GET /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/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getProducts</a:t>
            </a:r>
            <a:endParaRPr sz="20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POST /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/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createProduct</a:t>
            </a:r>
            <a:endParaRPr sz="20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POST /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/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deleteProduct</a:t>
            </a:r>
            <a:endParaRPr sz="20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Действие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дублируется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названии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Ресурсный подход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16412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GET /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POST /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DELETE /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Смысл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операции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задаётся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методом</a:t>
            </a:r>
            <a:endParaRPr sz="20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Черновая карта API интернет-магазина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390807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Ресурс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Другие операции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/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api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товары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Создать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PUT, PATCH, 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/api/categories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категории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Создать категорию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Изменение и удаление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/api/orders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заказы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Создать заказ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Изменение статуса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/api/cart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корзину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Добавить данные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Изменение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и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очистка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HTTP-статус дополняет ответ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HTTP-метод описывает требуемую операцию.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HTTP-статус сообщает результат выполнения операции.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GET при успешном чтении обычно возвращает 200 OK.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 при успешном создании ресурса часто возвращает 201 Created.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Ошибки также должны передаваться корректными HTTP-статусами.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Примеры методов и статусов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675532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Ситуация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Метод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Возможный статус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Каталог успешно получен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Товар создан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201 Created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Товар изменён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PUT / PATCH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Товар удалён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200 OK или 204 No Content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Ресурс не найден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Любой подходящий метод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404 Not Found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проверять разные HTTP-методы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Адресная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строка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браузера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удобна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прежде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всего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GET-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запросов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POST, PUT, PATCH и DELETE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нужен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программный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frontend.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В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учебных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работах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использовать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Postman, Bruno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Thunder Client.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HTTP-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позволяет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выбрать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метод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, URL,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заголовки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тело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этом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занятии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достаточно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проверить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соответствие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метода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маршрута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Проверка маршрута через HTTP-клиент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F5F31C3-27A5-55BF-8031-C0BEBFB9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89888"/>
            <a:ext cx="10680192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1024128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 i="0">
                <a:solidFill>
                  <a:srgbClr val="172033"/>
                </a:solidFill>
                <a:latin typeface="Aptos"/>
              </a:rPr>
              <a:t>Создайте пять маршрутов для одного ресурса /api/products и проверьте каждый маршрут HTTP-клиентом.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395728"/>
            <a:ext cx="5230368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2560320"/>
            <a:ext cx="4828031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2395728"/>
            <a:ext cx="5230368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28031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08960"/>
            <a:ext cx="4800600" cy="2578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500" b="0" i="0">
                <a:solidFill>
                  <a:srgbClr val="172033"/>
                </a:solidFill>
                <a:latin typeface="Aptos"/>
              </a:rPr>
              <a:t>GET /api/products — вернуть массив товаров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500" b="0" i="0">
                <a:solidFill>
                  <a:srgbClr val="172033"/>
                </a:solidFill>
                <a:latin typeface="Aptos"/>
              </a:rPr>
              <a:t>POST /api/products — вернуть сообщение о создании товара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500" b="0" i="0">
                <a:solidFill>
                  <a:srgbClr val="172033"/>
                </a:solidFill>
                <a:latin typeface="Aptos"/>
              </a:rPr>
              <a:t>PUT /api/products — вернуть сообщение о полной замене данных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500" b="0" i="0">
                <a:solidFill>
                  <a:srgbClr val="172033"/>
                </a:solidFill>
                <a:latin typeface="Aptos"/>
              </a:rPr>
              <a:t>PATCH /api/products — вернуть сообщение о частичном изменении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500" b="0" i="0">
                <a:solidFill>
                  <a:srgbClr val="172033"/>
                </a:solidFill>
                <a:latin typeface="Aptos"/>
              </a:rPr>
              <a:t>DELETE /api/products — вернуть сообщение об удалении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3108960"/>
            <a:ext cx="4800600" cy="2578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500" b="0" i="0">
                <a:solidFill>
                  <a:srgbClr val="172033"/>
                </a:solidFill>
                <a:latin typeface="Aptos"/>
              </a:rPr>
              <a:t>Все пять маршрутов зарегистрированы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500" b="0" i="0">
                <a:solidFill>
                  <a:srgbClr val="172033"/>
                </a:solidFill>
                <a:latin typeface="Aptos"/>
              </a:rPr>
              <a:t>Каждый HTTP-метод вызывает свой обработчик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500" b="0" i="0">
                <a:solidFill>
                  <a:srgbClr val="172033"/>
                </a:solidFill>
                <a:latin typeface="Aptos"/>
              </a:rPr>
              <a:t>GET возвращает данные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500" b="0" i="0">
                <a:solidFill>
                  <a:srgbClr val="172033"/>
                </a:solidFill>
                <a:latin typeface="Aptos"/>
              </a:rPr>
              <a:t>POST возвращает статус 201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500" b="0" i="0">
                <a:solidFill>
                  <a:srgbClr val="172033"/>
                </a:solidFill>
                <a:latin typeface="Aptos"/>
              </a:rPr>
              <a:t>Ответы имеют JSON-формат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1. Что называется маршрутизацией в серверном приложении?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2. Из каких основных частей состоит маршрут Express?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3. Почему GET /api/products и POST /api/products являются разными endpoints?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4. Как выглядит общий синтаксис маршрута Express?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5. Для каких операций обычно используется метод GET?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6. В каком случае применяется POST?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7. Чем PUT отличается от PATCH?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8. Для чего используется DELETE?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9. Почему действие лучше задавать HTTP-методом, а ресурс — URL?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Aptos"/>
              </a:rPr>
              <a:t>10. Почему для проверки POST, PUT, PATCH и DELETE удобно использовать HTTP-клиент?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Маршрутизация связывает HTTP-запрос с функцией-обработчиком.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Маршрут Express определяется сочетанием HTTP-метода и пути.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Основные методы REST API — GET, POST, PUT, PATCH и DELETE.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8828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GET используется для чтения, POST — для создания, PUT и PATCH — для изменения, DELETE — для удаления.</a:t>
            </a:r>
          </a:p>
        </p:txBody>
      </p:sp>
      <p:sp>
        <p:nvSpPr>
          <p:cNvPr id="13" name="Oval 12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Один URL может иметь несколько маршрутов с разными HTTP-методами.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294741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94741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REST API удобно проектировать вокруг ресурсов предметной области.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44958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449580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HTTP-клиент позволяет независимо проверять маршруты backend-приложения.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Маршрутизация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2897</Words>
  <Application>Microsoft Office PowerPoint</Application>
  <PresentationFormat>Широкоэкранный</PresentationFormat>
  <Paragraphs>470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2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Маршрутизация и HTTP-методы в Express.js</dc:title>
  <dc:subject>Создание маршрутов и обработка HTTP-методов в Express.js</dc:subject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2026-09-20T05:34:11Z</dcterms:modified>
  <cp:category/>
</cp:coreProperties>
</file>