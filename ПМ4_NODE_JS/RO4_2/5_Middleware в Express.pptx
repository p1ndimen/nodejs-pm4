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ptos"/>
              </a:rPr>
              <a:t>РО 4.2. Разрабатывать серверные приложения и REST API с использованием Express.js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Middleware в Express.js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Промежуточная обработка HTTP-запросов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Объяснять роль middleware в цикле request-response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Создавать собственные middleware-функции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Использовать параметры req, res и next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Управлять передачей запроса через next()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Понимать влияние порядка подключения middleware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Применять middleware на уровне приложения, пути и Router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Использовать встроенные middleware Express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2971800"/>
            <a:ext cx="1005840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95528" y="282549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" y="1417320"/>
            <a:ext cx="1865376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 dirty="0" err="1">
                <a:solidFill>
                  <a:srgbClr val="172033"/>
                </a:solidFill>
                <a:latin typeface="Aptos"/>
              </a:rPr>
              <a:t>Понятие</a:t>
            </a:r>
            <a:r>
              <a:rPr sz="1600" b="1" i="0" dirty="0">
                <a:solidFill>
                  <a:srgbClr val="172033"/>
                </a:solidFill>
                <a:latin typeface="Aptos"/>
              </a:rPr>
              <a:t> middleware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7432" y="1856232"/>
            <a:ext cx="1975104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 dirty="0" err="1">
                <a:solidFill>
                  <a:srgbClr val="64748B"/>
                </a:solidFill>
                <a:latin typeface="Aptos"/>
              </a:rPr>
              <a:t>Место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middleware в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цикле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обработки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HTTP-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запроса</a:t>
            </a:r>
            <a:endParaRPr sz="16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9" name="Oval 8"/>
          <p:cNvSpPr/>
          <p:nvPr/>
        </p:nvSpPr>
        <p:spPr>
          <a:xfrm>
            <a:off x="3310127" y="2825496"/>
            <a:ext cx="329184" cy="32918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42032" y="3456432"/>
            <a:ext cx="1865376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>
                <a:solidFill>
                  <a:srgbClr val="172033"/>
                </a:solidFill>
                <a:latin typeface="Aptos"/>
              </a:rPr>
              <a:t>next() и порядок выполнения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3895344"/>
            <a:ext cx="1975104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Aptos"/>
              </a:rPr>
              <a:t>Передача управления между функциями</a:t>
            </a:r>
          </a:p>
        </p:txBody>
      </p:sp>
      <p:sp>
        <p:nvSpPr>
          <p:cNvPr id="12" name="Oval 11"/>
          <p:cNvSpPr/>
          <p:nvPr/>
        </p:nvSpPr>
        <p:spPr>
          <a:xfrm>
            <a:off x="5824728" y="282549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56631" y="1417320"/>
            <a:ext cx="1865376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>
                <a:solidFill>
                  <a:srgbClr val="172033"/>
                </a:solidFill>
                <a:latin typeface="Aptos"/>
              </a:rPr>
              <a:t>Область действия middleware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856232"/>
            <a:ext cx="1975104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Aptos"/>
              </a:rPr>
              <a:t>Application-level, route-level и Router-level</a:t>
            </a:r>
          </a:p>
        </p:txBody>
      </p:sp>
      <p:sp>
        <p:nvSpPr>
          <p:cNvPr id="15" name="Oval 14"/>
          <p:cNvSpPr/>
          <p:nvPr/>
        </p:nvSpPr>
        <p:spPr>
          <a:xfrm>
            <a:off x="8339328" y="2825496"/>
            <a:ext cx="329184" cy="32918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71232" y="3456432"/>
            <a:ext cx="1865376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>
                <a:solidFill>
                  <a:srgbClr val="172033"/>
                </a:solidFill>
                <a:latin typeface="Aptos"/>
              </a:rPr>
              <a:t>Встроенные middleware Express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3895344"/>
            <a:ext cx="1975104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Aptos"/>
              </a:rPr>
              <a:t>Обработка JSON, форм, текста и статических файлов</a:t>
            </a:r>
          </a:p>
        </p:txBody>
      </p:sp>
      <p:sp>
        <p:nvSpPr>
          <p:cNvPr id="18" name="Oval 17"/>
          <p:cNvSpPr/>
          <p:nvPr/>
        </p:nvSpPr>
        <p:spPr>
          <a:xfrm>
            <a:off x="10853928" y="282549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48960" y="1124122"/>
            <a:ext cx="1865376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 dirty="0" err="1">
                <a:solidFill>
                  <a:srgbClr val="172033"/>
                </a:solidFill>
                <a:latin typeface="Aptos"/>
              </a:rPr>
              <a:t>Создание</a:t>
            </a:r>
            <a:r>
              <a:rPr sz="16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72033"/>
                </a:solidFill>
                <a:latin typeface="Aptos"/>
              </a:rPr>
              <a:t>собственных</a:t>
            </a:r>
            <a:r>
              <a:rPr sz="1600" b="1" i="0" dirty="0">
                <a:solidFill>
                  <a:srgbClr val="172033"/>
                </a:solidFill>
                <a:latin typeface="Aptos"/>
              </a:rPr>
              <a:t> middleware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0968" y="1856232"/>
            <a:ext cx="1975104" cy="111556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Aptos"/>
              </a:rPr>
              <a:t>Логирование, дополнение req и предварительная проверка запроса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Понятие 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Что происходит между получением запроса и отправкой ответа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Маршрут — не единственный этап обработки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HTTP-запрос не обязательно сразу передаётся конечному обработчику маршрута.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Перед выполнением основной логики сервер может проверить запрос или дополнить его данными.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записать информацию о запросе в журнал, проверить заголовки или разобрать 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Одни и те же действия часто нужны сразу для многих маршрутов.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Express такие промежуточные действия реализуются с помощью middleware.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Middleware — функция, которая получает доступ к объектам req и res и может участвовать в обработке запроса до формирования окончательного ответа.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Middleware выполняется во время request-response cycle.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Функция может выполнить собственный программный код.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Она может изменить объекты req или res.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Она может завершить обработку и отправить ответ.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Либо передать управление следующей функции через next().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может делать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2700528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Выполнять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код</a:t>
            </a:r>
            <a:endParaRPr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2993136" cy="92333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 dirty="0" err="1">
                <a:solidFill>
                  <a:srgbClr val="64748B"/>
                </a:solidFill>
                <a:latin typeface="Aptos"/>
              </a:rPr>
              <a:t>Например</a:t>
            </a:r>
            <a:r>
              <a:rPr b="0" i="0" dirty="0">
                <a:solidFill>
                  <a:srgbClr val="64748B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записывать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время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и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адрес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каждого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входящего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64748B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4192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1664" y="1481328"/>
            <a:ext cx="2700528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Изменять req и 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066543"/>
            <a:ext cx="2993136" cy="92333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Добавлять данные, которые понадобятся следующим обработчикам.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40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17408" y="155448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4880" y="1481328"/>
            <a:ext cx="2700528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Завершать запрос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2066543"/>
            <a:ext cx="2993136" cy="92333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Отправлять ответ клиенту без перехода к следующему обработчику.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86200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0976" y="408736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8448" y="4014215"/>
            <a:ext cx="2700528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Передавать управление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99432"/>
            <a:ext cx="2993136" cy="92333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Вызывать next() и продолжать движение запроса по цепочке.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Место middleware в цикле request-response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B08C28-CED0-EFF3-6E56-596C7FB18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Три параметра middleware-функции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function middleware(req, res, next) {
  //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промежуточная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обработка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967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req —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res —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next —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передачи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управления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следующему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middleware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или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обработчику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Имена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req и res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являются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соглашением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а next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важно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использовать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назначению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Первый собственный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endParaRPr lang="en-US" sz="1400" b="0" i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((req, res, next) =&gt; {
  console.log(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req.method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, req.url);
  next();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34809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app.use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подключает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middleware к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приложению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поступлении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req.method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метод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req.url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URL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текущего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next()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передаёт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управление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следующему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элементу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цепочки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Middleware и конечный обработчик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Middleware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18938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промежуточную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работу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Часто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многих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маршрутов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вызвать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next()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изменить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req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или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самостоятельно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завершить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</a:t>
            </a:r>
            <a:endParaRPr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Route handler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18938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Выполняет основную операцию endpoint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Связан с конкретным маршрутом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Обычно формирует окончательный ответ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Например, получает товар или создаёт заказ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Часто находится в конце цепочки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next() и порядок выполнения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Как запрос проходит через последовательность middleware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Для чего нужен next()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endParaRPr lang="en-US" sz="1400" b="0" i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((req, res, next) =&gt; {
  console.log("Middleware 1");
  next();
});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(products);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967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Сначала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middleware.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вызова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next() Express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продолжает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обработку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Далее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выполниться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другое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middleware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или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Без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next()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управление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дальше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автоматически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передаётся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Цепочка middleware и вызов next()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40E5990-C13E-9F6C-0144-C895E4139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произойдёт без next()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Middleware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отправить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ответ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одновременно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вызвать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next().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В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этом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случае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Express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перейдёт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к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следующему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обработчику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Маршрут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будет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выполнен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продолжит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ожидать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завершения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Это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одна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типичных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ошибок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написании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middleware.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Middleware должно либо завершить request-response cycle, либо передать управление дальше.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Middleware без next()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1" i="0" dirty="0">
                <a:solidFill>
                  <a:srgbClr val="172033"/>
                </a:solidFill>
                <a:latin typeface="Aptos"/>
              </a:rPr>
              <a:t>: GET /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1" i="0" dirty="0">
                <a:solidFill>
                  <a:srgbClr val="172033"/>
                </a:solidFill>
                <a:latin typeface="Aptos"/>
              </a:rPr>
              <a:t>/products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((req, res, next) =&gt; {
  console.log("Request received");
  // next()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отсутствует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
});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(products);
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4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endParaRPr sz="14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Маршрут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GET 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не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будет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достигнут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813048"/>
            <a:ext cx="365760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123944"/>
            <a:ext cx="3730752" cy="95308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Первое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middleware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завершает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передаёт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управление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дальше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Middleware может завершить запрос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((req, res, next) =&gt; {
  const maintenance = true;
  if (maintenance) {
    return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(503).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({
      message: "Service temporarily unavailable"
    });
  }
  next();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967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Middleware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обязано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всегда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вызывать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next().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Если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условие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выполнено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сразу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отправить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res.json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переход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к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больше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требуется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return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помогает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явно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завершить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текущей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Два варианта завершения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Продолжить обработку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Выполнить промежуточную работу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Не отправлять окончательный ответ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Вызвать next()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Передать запрос дальше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Остановить обработку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 dirty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Обнаружить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условие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остановки</a:t>
            </a:r>
            <a:endParaRPr sz="17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 dirty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Сформировать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статус</a:t>
            </a:r>
            <a:endParaRPr sz="17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 dirty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Отправить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ответ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res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 dirty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вызывать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next()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Порядок подключения имеет значение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обрабатывает middleware и маршруты в порядке их регистрации.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Middleware, объявленное раньше маршрута, может обработать запрос до него.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Middleware, объявленное после маршрута, не выполнится для запроса, который уже получил ответ.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глобальные middleware обычно подключаются до routers.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Порядок формирует фактическую цепочку обработки.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Последовательность выполнения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((req, res, next) =&gt; {
  console.log("1. Logger");
  next();
});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express.json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());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((req, res, next) =&gt; {
  console.log("2. Request prepared");
  next();
});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productRoutes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Почему порядок middleware важен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EFE4641-9414-17BC-1FC7-CC24B929B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Область действия 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Глобальная обработка, отдельный путь и конкретный 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Application-level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((req, res, next) =&gt; {
  console.log(`${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req.method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} ${req.url}`);
  next();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6766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Middleware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подключено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к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основному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app.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Путь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app.use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указан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Поэтому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будет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запускаться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входящих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приложения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Так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удобно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реализовывать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общее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логирование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Middleware только для определённого пути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/products", (req, res, next) =&gt; {
  console.log("Products request");
  next();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2583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Первый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аргумент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app.use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задаёт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mount path.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Middleware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применяется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к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проходящим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к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другим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частям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приложения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используют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эту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Это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позволяет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ограничивать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область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действия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middleware.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Уровни подключения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961446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Способ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Область действия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app.use(middleware)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Приложение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Общее логирование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app.use("/api/products", middleware)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URL-префикс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Обработка запросов товаров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router.use(middleware)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Один Router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Обработка routes ресурса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router.get("/", middleware, handler)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Один маршрут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Проверка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перед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handler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Middleware для конкретного маршрута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2000" b="1" i="0" dirty="0">
                <a:solidFill>
                  <a:srgbClr val="14B8A6"/>
                </a:solidFill>
                <a:latin typeface="Consolas"/>
              </a:rPr>
              <a:t> </a:t>
            </a:r>
            <a:endParaRPr sz="2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function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logRequest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(req, res, next) {
  console.log("Products requested");
  next();
}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("/",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logRequest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(products);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967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несколько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функций-обработчиков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Сначала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logRequest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next()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передаёт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управление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следующей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Последняя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формирует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JSON-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Router-level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Middleware можно подключить непосредственно к Express Router.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этого используется router.use().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Такое middleware действует только внутри конкретного Router.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Например, Product Router и Order Router могут иметь разные промежуточные проверки.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сохраняет модульность структуры проекта.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Middleware внутри Product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14B8A6"/>
                </a:solidFill>
                <a:latin typeface="Consolas"/>
              </a:rPr>
              <a:t> </a:t>
            </a:r>
            <a:endParaRPr sz="2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const router =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express.Router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router.use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((req, res, next) =&gt; {
  console.log("Product Router");
  next();
});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("/",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getProducts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("/:id",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getProductById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6766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router.use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применяется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к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маршрутам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GET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/products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проходит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middleware.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GET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/products/15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также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проходит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других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затрагиваются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Области действия middleware в Express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0CBE01-F4FE-3F5A-2798-C623A9108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Встроенные middleware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Готовые функции для типовых задач обработки запросов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Встроенные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2700528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express.json</a:t>
            </a:r>
            <a:r>
              <a:rPr b="1" i="0" dirty="0">
                <a:solidFill>
                  <a:srgbClr val="172033"/>
                </a:solidFill>
                <a:latin typeface="Aptos"/>
              </a:rPr>
              <a:t>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2993136" cy="64633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 dirty="0" err="1">
                <a:solidFill>
                  <a:srgbClr val="64748B"/>
                </a:solidFill>
                <a:latin typeface="Aptos"/>
              </a:rPr>
              <a:t>Разбирает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входящие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запросы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с JSON payload.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4192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1664" y="1481328"/>
            <a:ext cx="2700528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express.urlencoded()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066543"/>
            <a:ext cx="2993136" cy="92333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Разбирает данные формы в формате application/x-www-form-urlencoded.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40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17408" y="155448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4880" y="1481328"/>
            <a:ext cx="2700528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express.static()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2066543"/>
            <a:ext cx="2993136" cy="92333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Отдаёт клиенту статические файлы из указанного каталога.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86200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0976" y="408736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8448" y="4014215"/>
            <a:ext cx="2700528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express.text() / raw()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99432"/>
            <a:ext cx="2993136" cy="92333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Позволяют принимать текстовое содержимое или необработанный Buffer.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express.json()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14B8A6"/>
                </a:solidFill>
                <a:latin typeface="Consolas"/>
              </a:rPr>
              <a:t> </a:t>
            </a:r>
            <a:endParaRPr sz="2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express.json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());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app.post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(req, res) =&gt; {
  console.log(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req.body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(201).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req.body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2583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express.json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является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middleware.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анализирует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JSON-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тело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входящего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успешного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разбора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доступны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req.body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Middleware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подключается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которые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используют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тело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express.urlencoded()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14B8A6"/>
                </a:solidFill>
                <a:latin typeface="Consolas"/>
              </a:rPr>
              <a:t> </a:t>
            </a:r>
            <a:endParaRPr sz="2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express.urlencoded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({ extended: true }));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app.post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("/form", (req, res) =&gt; {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req.body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967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URL-encoded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Такой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формат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традиционно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применяется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HTML-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формами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Разобранные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также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становятся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доступны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req.body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В REST API с JSON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чаще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express.json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express.static()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2000" b="1" i="0" dirty="0">
                <a:solidFill>
                  <a:srgbClr val="14B8A6"/>
                </a:solidFill>
                <a:latin typeface="Consolas"/>
              </a:rPr>
              <a:t> </a:t>
            </a:r>
            <a:endParaRPr sz="2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express.static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("public"));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54917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Middleware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позволяет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отдавать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статические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файлы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Каталог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public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HTML, CSS, JavaScript и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изображения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Если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public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файл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logo.png, Express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вернуть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полноценного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REST API static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реже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полезен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веб-приложений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Какой встроенный middleware выбрать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0410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Middleware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Входные данные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Типичный результат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express.json()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application/json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req.body как объект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express.urlencoded()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URL-encoded form data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req.body с полями формы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express.text()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text/plain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req.body как строка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express.raw()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Бинарные данные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req.body как Buffer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express.static()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Запрос файла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Статический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файл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Создание собственных 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Выносим повторяющуюся обработку запроса в отдельные функции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Middleware для логирования запросов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endParaRPr sz="2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function logger(req, res, next) {
  console.log(
    new Date().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toISOString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(),
  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req.method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,
  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req.originalUrl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
  );
  next();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34809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имеет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стандартные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req, res, next.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Дата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позволяет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определить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время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req.method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показывает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метод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req.originalUrl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исходный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логирования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продолжает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обработку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Добавляем данные в req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endParaRPr lang="en-US" sz="1400" b="0" i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function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addRequestTime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(req, res, next) {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req.requestTime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= new Date().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toISOString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();
  next();
}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addRequestTime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2583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Middleware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добавлять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собственные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свойства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к req.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Следующие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обработчики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смогут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использовать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requestTime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Так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подготовить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один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изменения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req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вызывается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next().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Используем данные middleware в маршруте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1" i="0" dirty="0">
                <a:solidFill>
                  <a:srgbClr val="172033"/>
                </a:solidFill>
                <a:latin typeface="Aptos"/>
              </a:rPr>
              <a:t>: GET /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1" i="0" dirty="0">
                <a:solidFill>
                  <a:srgbClr val="172033"/>
                </a:solidFill>
                <a:latin typeface="Aptos"/>
              </a:rPr>
              <a:t>/status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lang="en-US" sz="900" b="1" i="0" dirty="0">
                <a:solidFill>
                  <a:srgbClr val="14B8A6"/>
                </a:solidFill>
                <a:latin typeface="Consolas"/>
              </a:rPr>
              <a:t> </a:t>
            </a:r>
            <a:endParaRPr sz="20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/status",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({
    status: "ok",
  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requestTime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: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req.requestTime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
  });
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1600" b="0" i="0" dirty="0">
                <a:solidFill>
                  <a:srgbClr val="E2E8F0"/>
                </a:solidFill>
                <a:latin typeface="Consolas"/>
              </a:rPr>
              <a:t>{
  "status": "ok",
  "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requestTime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": "2026-09-16T10:30:00.000Z"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56398"/>
            <a:ext cx="365760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123944"/>
            <a:ext cx="3730752" cy="95308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requestTime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было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middleware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запуска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обработчика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Middleware может проверить условие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function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checkApiKey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(req, res, next) {
  const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apiKey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 =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req.get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("x-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-key");
  if (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apiKey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 !== "college-demo") {
    return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(403).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({
      message: "Access denied"
    });
  }
  next();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54917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Middleware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читает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заголовок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x-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-key.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неправильном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обработка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завершается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статусом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403.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успешной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проверке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вызывается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next().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Это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учебный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пример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проверки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условия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а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полноценная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система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аутентификации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Применяем проверку только к одному маршруту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14B8A6"/>
                </a:solidFill>
                <a:latin typeface="Consolas"/>
              </a:rPr>
              <a:t> </a:t>
            </a:r>
            <a:endParaRPr sz="2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router.post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
  "/",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checkApiKey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,
  (req, res) =&gt; {
  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(201).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req.body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  }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22654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Сначала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Express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запускает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checkApiKey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Если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проверка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пройдена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, handler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выполняется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Если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middleware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вызывает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next(),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управление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переходит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к handler.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Так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маршрут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дополнительный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этап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обработки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без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изменения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основной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логики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Middleware как фильтр перед обработчиком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B8A741D-C13E-2D99-D624-763200569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Именованные middleware удобно переиспользовать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Анонимный middleware удобен для небольшого локального действия.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Повторяющуюся логику лучше оформить именованной функцией.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Одну функцию можно подключить к нескольким маршрутам или routers.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Большие middleware можно вынести в отдельные модули.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уменьшает дублирование кода и делает назначение функций понятнее.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Выносим logger в отдельный файл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14B8A6"/>
                </a:solidFill>
                <a:latin typeface="Consolas"/>
              </a:rPr>
              <a:t> </a:t>
            </a:r>
            <a:endParaRPr sz="2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export default function logger(req, res, next) {
  console.log(
  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req.method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,
  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req.originalUrl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
  );
  next();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Подключаем собственный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14B8A6"/>
                </a:solidFill>
                <a:latin typeface="Consolas"/>
              </a:rPr>
              <a:t> </a:t>
            </a:r>
            <a:endParaRPr sz="1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E2E8F0"/>
                </a:solidFill>
                <a:latin typeface="Consolas"/>
              </a:rPr>
              <a:t>import logger from "./middleware/logger.js";
const app = express();
</a:t>
            </a:r>
            <a:r>
              <a:rPr sz="1400"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sz="1400" b="0" i="0" dirty="0">
                <a:solidFill>
                  <a:srgbClr val="E2E8F0"/>
                </a:solidFill>
                <a:latin typeface="Consolas"/>
              </a:rPr>
              <a:t>(logger);
</a:t>
            </a:r>
            <a:r>
              <a:rPr sz="1400"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sz="1400"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sz="1400" b="0" i="0" dirty="0" err="1">
                <a:solidFill>
                  <a:srgbClr val="E2E8F0"/>
                </a:solidFill>
                <a:latin typeface="Consolas"/>
              </a:rPr>
              <a:t>express.json</a:t>
            </a:r>
            <a:r>
              <a:rPr sz="1400" b="0" i="0" dirty="0">
                <a:solidFill>
                  <a:srgbClr val="E2E8F0"/>
                </a:solidFill>
                <a:latin typeface="Consolas"/>
              </a:rPr>
              <a:t>());
</a:t>
            </a:r>
            <a:r>
              <a:rPr sz="1400"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sz="14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14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1400" b="0" i="0" dirty="0">
                <a:solidFill>
                  <a:srgbClr val="E2E8F0"/>
                </a:solidFill>
                <a:latin typeface="Consolas"/>
              </a:rPr>
              <a:t>/products", </a:t>
            </a:r>
            <a:r>
              <a:rPr sz="1400" b="0" i="0" dirty="0" err="1">
                <a:solidFill>
                  <a:srgbClr val="E2E8F0"/>
                </a:solidFill>
                <a:latin typeface="Consolas"/>
              </a:rPr>
              <a:t>productRoutes</a:t>
            </a:r>
            <a:r>
              <a:rPr sz="1400" b="0" i="0" dirty="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Middleware импортируется как обычный ES Module.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logger подключается глобально через app.use().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После него подключается обработка 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Затем подключаются routers.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Последовательность отражает порядок обработки запроса.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Существуют и сторонние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можно расширять пакетами из npm.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Например, middleware может реализовывать логирование, CORS, загрузку файлов или работу с cookies.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Сторонний middleware обычно устанавливается как зависимость и подключается через app.use().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Перед использованием стороннего пакета необходимо изучить его документацию.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 следующих занятиях мы будем использовать middleware для конкретных задач приложения.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Error-handling middleware — особый тип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14B8A6"/>
                </a:solidFill>
                <a:latin typeface="Consolas"/>
              </a:rPr>
              <a:t> </a:t>
            </a:r>
            <a:endParaRPr sz="2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((err, req, res, next)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(500).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({
    message: "Internal server error"
  });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13087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Middleware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обработки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ошибок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отличается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сигнатурой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принимает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четыре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: err, req, res, next.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Такой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middleware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предназначен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централизованной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обработки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ошибок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обычно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размещается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обычных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и middleware.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Подробно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обработку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ошибок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рассмотрим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отдельной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теме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 i="0">
                <a:solidFill>
                  <a:srgbClr val="172033"/>
                </a:solidFill>
                <a:latin typeface="Aptos"/>
              </a:rPr>
              <a:t>Добавьте в Internet Shop API несколько middleware и проследите порядок их выполнения.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4864607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14016"/>
            <a:ext cx="4937759" cy="37307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Создать глобальный logger для метода и URL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Создать middleware addRequestTime и добавить req.requestTime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Подключить express.json() до маршрутов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Создать middleware checkApiKey для POST /api/products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Проверить запрос с правильным и неправильным x-api-key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Переставить middleware и проследить изменение порядка выполнения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103120"/>
            <a:ext cx="4864607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414016"/>
            <a:ext cx="4937759" cy="37307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Все запросы фиксируются logger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В обработчике доступно req.requestTime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JSON доступен через req.body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POST без правильного ключа возвращает 403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POST с правильным ключом доходит до обработчика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300" b="0" i="0">
                <a:solidFill>
                  <a:srgbClr val="172033"/>
                </a:solidFill>
                <a:latin typeface="Aptos"/>
              </a:rPr>
              <a:t>Студент может объяснить роль next()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38978"/>
            <a:ext cx="457200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 dirty="0">
                <a:solidFill>
                  <a:srgbClr val="172033"/>
                </a:solidFill>
                <a:latin typeface="Aptos"/>
              </a:rPr>
              <a:t>1.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Что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называется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middleware в Express.js?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1415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2. Какие три основных параметра получает обычная middleware-функция?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62351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3. Какие действия может выполнять middleware?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31786"/>
            <a:ext cx="457200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4. Для чего используется функция next()?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24223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5. Что произойдёт, если middleware не отправит ответ и не вызовет next()?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0479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6. Почему порядок подключения middleware имеет значение?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1415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7. Чем application-level middleware отличается от Router-level middleware?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800850"/>
            <a:ext cx="457200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8. Для чего используется express.json()?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154787"/>
            <a:ext cx="4572000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9. Как middleware может передать дополнительные данные следующему обработчику?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054078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 dirty="0">
                <a:solidFill>
                  <a:srgbClr val="172033"/>
                </a:solidFill>
                <a:latin typeface="Aptos"/>
              </a:rPr>
              <a:t>10.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error-handling middleware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отличается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обычной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middleware-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75111"/>
            <a:ext cx="4544568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Express-приложение представляет собой последовательность middleware и обработчиков.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74899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Middleware получает доступ к req, res и функции next.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72160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59188"/>
            <a:ext cx="4544568" cy="1200329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Функция может изменить запрос, выполнить дополнительную работу, завершить ответ или передать управление дальше.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88289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97475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next() используется для перехода к следующему элементу цепочки.</a:t>
            </a:r>
          </a:p>
        </p:txBody>
      </p:sp>
      <p:sp>
        <p:nvSpPr>
          <p:cNvPr id="13" name="Oval 12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1313611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Порядок подключения middleware определяет порядок обработки запроса.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256032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2336399"/>
            <a:ext cx="4544568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Middleware можно подключать глобально, к определённому пути, Router или отдельному маршруту.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372160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3497687"/>
            <a:ext cx="4544568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Express содержит встроенные middleware, включая express.json(), express.urlencoded() и express.static().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488289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4658975"/>
            <a:ext cx="4544568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Собственные middleware позволяют вынести повторяющуюся обработку запросов из маршрутов.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Middleware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3480</Words>
  <Application>Microsoft Office PowerPoint</Application>
  <PresentationFormat>Широкоэкранный</PresentationFormat>
  <Paragraphs>463</Paragraphs>
  <Slides>50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5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Middleware в Express.js</dc:title>
  <dc:subject>Промежуточная обработка HTTP-запросов в Express.js</dc:subject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2026-09-20T10:32:07Z</dcterms:modified>
  <cp:category/>
</cp:coreProperties>
</file>