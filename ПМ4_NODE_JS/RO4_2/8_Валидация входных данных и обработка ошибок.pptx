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Валидация входных данных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Защищаем REST API от некорректных данных и формируем предсказуемые ответы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Объяснять необходимость валидации входных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Проверять обязательные поля, типы и ограничения значений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Создавать middleware для валидации req.body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Различать ошибки клиента и ошибки сервера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Передавать ошибки через next(error)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Создавать централизованный error-handling middleware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Возвращать единообразные JSON-ответы об ошибках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Зачем нужна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 dirty="0" err="1">
                <a:solidFill>
                  <a:srgbClr val="64748B"/>
                </a:solidFill>
                <a:latin typeface="Aptos"/>
              </a:rPr>
              <a:t>Почему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нельзя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доверять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данным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полученным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от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клиента</a:t>
            </a:r>
            <a:endParaRPr sz="18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Правила проверки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Обязательные поля, типы, диапазоны и допустимые значения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Валидация через 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Как остановить некорректный запрос до выполнения controller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Ошибки в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next(error), ожидаемые ошибки и ошибки сервера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Централизованная обработка ошибок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Единый error handler для всего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Зачем нужна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Любые данные клиента необходимо считать потенциально некорректными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Откуда сервер получает входные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req.params содержит значения из параметров маршрута.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req.query содержит параметры строки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req.body содержит данные тела HTTP-запроса.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Значения формируются на стороне клиента и могут быть ошибочными.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отправить отсутствующее поле, неправильный тип или недопустимое значение.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Получить данные из HTTP-запроса недостаточно — перед использованием их необходимо проверить.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Некорректный товар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{
  "name": "",
  "price": -500,
  "category": 15,
  "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": "yes"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19" y="2084832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944" y="2542032"/>
            <a:ext cx="3730752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JSON синтаксически корректен, но данные не соответствуют требованиям нашего Product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произойдёт без валидации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каталог может попасть товар без названия.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Цена может оказаться отрицательной или строкой.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Логическое поле inStock может получить произвольное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Ошибочные данные распространяются на последующие операции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получает непредсказуемые результаты.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подключения базы данных некорректные данные могут быть сохранены постоянно.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Данные клиента до и после валидации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3BB7E1-1846-3115-2C33-6B4D49803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Разбор JSON и валидация — разные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sz="2000" b="1" i="0" dirty="0">
                <a:solidFill>
                  <a:srgbClr val="172033"/>
                </a:solidFill>
                <a:latin typeface="Aptos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Разбирает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тело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req.body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JavaScript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работать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объектом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знает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правил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нашего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товара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проверяет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бизнес-требования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полям</a:t>
            </a:r>
            <a:endParaRPr sz="20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172033"/>
                </a:solidFill>
                <a:latin typeface="Aptos"/>
              </a:rPr>
              <a:t>Валидация</a:t>
            </a:r>
            <a:endParaRPr sz="20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структуру полученных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обязательные поля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типы значений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допустимые диапазоны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Решает, можно ли продолжать обработку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можно валидировать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Наличие обязательного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Тип значения: string, number, boolean.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Пустые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Минимальное и максимальное значение числа.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Допустимые варианты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Формат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Связь нескольких полей между собой.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Правила проверки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Определяем требования к объекту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Правила валидации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63885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Поле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Тип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Правило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string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Обязательное, непустая строка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number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Обязательное, больше 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string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Обязательное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непустая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строка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inStock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boolean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Обязательное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логическое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значение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обязательных полей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создания товара требуется полный набор необходимых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Отсутствие поля отличается от неправильного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Пустая строка name также не является корректным названием.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Проверка должна выполняться до вызова бизнес-логики.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ошибке клиент должен получить понятное описание проблемы.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Ответ при ошибке валидации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/api/products с price = -500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{
  "message": "Validation failed",
  "errors": [
    "price must be greater than 0"
  ]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sz="1800"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API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отклоняет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создания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причину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ошибки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Уровни проверки входных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B02D29-4159-5E31-F2F5-9F99D7AA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Функция проверки данных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validateProductData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(data) {
  const errors = [];
  if 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data.name !== 'string' || !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data.name.trim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()) {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('name is required');
  }
  if 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data.price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!== 'number' ||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data.price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&lt;= 0) {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('price must be greater than 0');
  }
  if 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data.category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!== 'string' || !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data.category.trim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()) {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('category is required');
  }
  if 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!== 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boolean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') {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must be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boolean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');
  }
  return errors;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Функция получает обычный JavaScript-объект.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найденные проблемы записываются в массив errors.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Проверяются типы и допустимые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Пустой массив означает, что проверка пройдена.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Функция не работает с req и 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 функции validateProductData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6446520" cy="4892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errors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validateProductData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name: '',
  price: -100,
  category: 'Components',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: 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yes'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53312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500" b="0" i="0" dirty="0">
                <a:solidFill>
                  <a:srgbClr val="F8FAFC"/>
                </a:solidFill>
                <a:latin typeface="Consolas"/>
              </a:rPr>
              <a:t>[
  "name is required",
  "price must be greater than 0",
  "</a:t>
            </a:r>
            <a:r>
              <a:rPr sz="15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500" b="0" i="0" dirty="0">
                <a:solidFill>
                  <a:srgbClr val="F8FAFC"/>
                </a:solidFill>
                <a:latin typeface="Consolas"/>
              </a:rPr>
              <a:t> must be </a:t>
            </a:r>
            <a:r>
              <a:rPr sz="1500" b="0" i="0" dirty="0" err="1">
                <a:solidFill>
                  <a:srgbClr val="F8FAFC"/>
                </a:solidFill>
                <a:latin typeface="Consolas"/>
              </a:rPr>
              <a:t>boolean</a:t>
            </a:r>
            <a:r>
              <a:rPr sz="1500" b="0" i="0" dirty="0">
                <a:solidFill>
                  <a:srgbClr val="F8FAFC"/>
                </a:solidFill>
                <a:latin typeface="Consolas"/>
              </a:rPr>
              <a:t>"
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063240"/>
            <a:ext cx="4023360" cy="31821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19" y="3191256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2944" y="3648456"/>
            <a:ext cx="3730752" cy="2487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Одна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проверка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обнаружить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сразу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несколько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проблем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сообщить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всех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найденных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ошибках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Валидация POST и 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 /api/products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Создаётся новый ресурс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Проверяем наличие обязательных полей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Проверяем все необходимые типы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name, price, category и inStock должны присутствовать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Некорректный объект не создаётся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PATCH /api/products/:id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Изменяется существующий ресурс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Разрешено передать только часть полей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Проверяем только реально переданные свойства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Переданные значения должны иметь правильный тип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Неизменяемые свойства можно не отправлять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Валидация через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Проверяем запрос до передачи управления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валидацию удобно выполнять в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Middleware выполняется до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Одинаковую проверку можно подключать к нескольким маршрутам.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Некорректный запрос можно остановить раньше.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получает уже проверенные входные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Код controller остаётся компактным.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 наглядно показывает, какие проверки выполняются перед обработчиком.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validateCreateProduct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validateCreateProduct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(req, res, next) {
  const errors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validateProductData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req.body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);
  if (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errors.length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&gt; 0) {
    return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(400).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    message: 'Validation failed',
      errors
    });
  }
  next();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Middleware получает данные из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validateProductData возвращает найденные ошибки.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ошибки есть, цепочка завершается ответом 400.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данные корректны, вызывается next().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next() управление переходит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Подключаем validation middleware к маршруту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F8FAFC"/>
                </a:solidFill>
                <a:latin typeface="Consolas"/>
              </a:rPr>
              <a:t>router.post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
  '/',
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validateCreateProduct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,
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Сначала Express вызывает validateCreateProduct.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createProduct запускается только после next().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Некорректные данные не доходят до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Порядок функций в маршруте имеет значение.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Валидация как фильтр перед Controller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AA92C3-4C7A-84F7-F9C5-3CA38A03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Валидация PATCH-запроса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2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validateUpdateProduct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(req, res, next) {
  const { name, price, category,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} =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req.body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;
  const errors = [];
  if (name !== undefined &amp;&amp;
      (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name !== 'string' || !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name.trim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())) {
   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('name must be non-empty string');
  }
  if (price !== undefined &amp;&amp;
      (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price !== 'number' || price &lt;= 0)) {
   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('price must be greater than 0');
  }
  if (category !== undefined &amp;&amp;
      (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category !== 'string' || !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category.trim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())) {
   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('category must be non-empty string');
  }
  if (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!== undefined &amp;&amp;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typeof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!== '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boolean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') {
   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errors.push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('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must be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boolean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');
  }
  if (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errors.length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&gt; 0) {
    return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(400).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({ message: 'Validation failed', errors });
  }
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 next();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PATCH не требует наличия всех полей.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Каждое свойство проверяется только тогда, когда оно передано.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Некорректное значение приводит к ответу 400.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Корректный запрос передаётся controller через next().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Валидация и нормализация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Валидация отвечает на вопрос: допустимы ли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Нормализация приводит допустимые данные к единому виду.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Например, строку name можно очистить методом trim().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следует незаметно исправлять значение, если это меняет его смысл.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проверки controller и service должны получать предсказуемые данные.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Валидация и нормализация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корректность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Ищет отсутствующие поля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типы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ограничения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отклонить запрос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Нормализация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Приводит данные к единому виду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Удаляет лишние пробелы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Подготавливает значение к использованию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должна скрывать серьёзные ошибки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Выполняется только для допустимых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Где выполняется валидация в нашей архитектуре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 определяет, какой validation middleware нужно вызвать.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middleware работает с входными HTTP-данными.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получает проверенные параметры.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выполняет бизнес-операцию с обычными JavaScript-значениями.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не должен зависеть от req и 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Ошибочный HTTP-запрос желательно остановить до вызова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Request → Validation Middleware → Controller →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Ошибки в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Не все ошибки возникают из-за неправильных входных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Ожидаемые и неожиданные ошибки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Ожидаемая 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Некорректные входные данные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Товар с указанным id не найден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Клиент может получить понятное сообщение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Обычно соответствует статусам 4xx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Является частью нормальной работы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Неожиданная ошибка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Ошибка программного кода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Сбой внешнего сервиса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Ошибка обращения к базе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должна раскрывать внутренние детали клиенту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Обычно приводит к статусу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Коды ошибок, которые используем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660196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Код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Ситуация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400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Некорректный запрос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price = -500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404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Ресурс не найден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Нет товара с id 999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404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Маршрут не существует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/api/unknown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Внутренняя ошибка сервера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Неожиданное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исключение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Обычный путь запроса и путь ошибки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F8E9E3-0E4C-7E13-2C1C-5448129F8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делает next(error)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Обычный next() передаёт управление следующему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next(error) сообщает Express о возникшей ошибке.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Обычные middleware и обработчики после этого пропускаются.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ищет middleware обработки ошибок.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 ошибку можно передать в единый централизованный обработчик.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next() продолжает обычную цепочку, а next(error) переключает запрос на цепочку обработки ошибок.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Собственный класс AppError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class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extends Error {
  constructor(message,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statusCode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500) {
    super(message);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this.statusCode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statusCode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AppError расширяет стандартный класс Error.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message содержит описание ошибки.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statusCode хранит HTTP-код, который должен получить клиент.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Значение 500 используется по умолчанию.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передаёт ошибку 404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getProductById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const id = Number(req.params.id);
  const product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findProductById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(id);
  if (!product) {
    return next(
      new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('Product not found', 404)
    );
  }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возвращает результат поиска или undefined.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решает, что отсутствие товара соответствует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Вместо самостоятельного JSON-ответа controller создаёт AppError.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next(error) передаёт ошибку централизованному обработчику.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Зачем передавать ошибки в единый обработчик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Controllers не повторяют одинаковый код формирования ошибок.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Все ошибки получают единый формат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Проще изменить формат ответа сразу для всего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одном месте можно выполнять журналирование ошибок.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Неожиданные ошибки можно скрыть от клиента и вернуть безопасное сообщение.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Код приложения становится проще сопровождать.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Ошибка внутри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demoController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throw new Error('Unexpected error');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Исключение сохраняется в объекте error.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Ошибка передаётся Express через next(error).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не формирует окончательный 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Ответ будет сформирован error-handling middleware.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Централизованная обработка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Один error handler формирует ошибки всего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Error-handling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Error-handling middleware — специальный middleware Express с четырьмя параметрами: err, req, res, next.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Получает ошибки, переданные через next(error).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Обычно размещается после маршрутов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Определяет HTTP-код ответа.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Формирует единый JSON-ответ.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Может журналировать информацию об ошибке.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Централизованный поток обработки ошибки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DBFEF6-6356-64FE-FD97-89F3C6EEE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Централизованный errorHandler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98601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errorHandler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(err, req, res, next) {
  const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statusCode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err.statusCode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 || 500;
 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console.error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(err);
 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statusCode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).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({
    message:
     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statusCode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 === 500
        ? 'Internal server error'
        :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err.message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Error handler обязательно принимает четыре аргумента.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Для AppError используется указанный statusCode.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Для неизвестной ошибки используется 500.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Внутренняя ошибка записывается в консоль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Клиент не получает технические подробности неожиданной ошибки.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для неизвестного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notFound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next(
    new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    `Route ${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req.method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} ${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req.originalUrl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} not found`,
      404
    )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Middleware размещается после всех известных routes.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ни один маршрут не ответил, запрос попадает сюда.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Создаётся ошибка со статусом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Ошибка передаётся общему errorHandler.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Правильный порядок middleware в app.js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express.json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/products',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productRoutes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/categories',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categoryRoutes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notFound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errorHandler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Сначала выполняется разбор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Затем подключаются маршруты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routes находится обработчик неизвестного маршрута.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Последним подключается errorHandler.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Порядок регистрации определяет порядок прохождения запроса.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Единый формат ошибки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GET /api/products/999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"message": "Product not found"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Клиент получает предсказуемую структуру ответа независимо от того, в каком controller возникла ошибка.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путь запроса с валидацией и обработкой ошибок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BB79B2-CAAC-054E-C22F-6311F0FF5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при POST /api/products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Клиент отправляет запрос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POST /api/products содержит JSON с данными нового товара.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express.json() разбирает тело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JSON преобразуется в объект req.body.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validateCreateProduct проверяет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Некорректные данные приводят к ответу 400 Validation failed.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получает корректные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Если validation middleware вызвал next(), запрос передаётся createProduct.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Service выполняет операцию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addProduct создаёт новый товар и возвращает созданный объект.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отправляет ответ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 успешном создании клиент получает 201 Created и JSON нового товара. Неожиданная ошибка передаётся errorHandler.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нельзя отправлять клиенту при внутренней ошибке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Полный stack trace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Физические пути к файлам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Тексты SQL-запросов с внутренними деталями.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Пароли, токены и секретные ключи.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Другую техническую информацию, которая не нужна клиенту.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клиента достаточно безопасного сообщения и подходящего HTTP-кода.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Добавьте в Product API проверку входных данных и централизованную обработку ошибок.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validateCreateProduct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name, price, category и inStock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Подключить validation middleware перед createProduct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класс AppError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Передавать ошибку 404 через next(error)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notFound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общий errorHandler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ответы 400, 404 и 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Некорректный POST не создаёт товар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Ошибка валидации возвращает 400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Отсутствующий товар возвращает 404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Неизвестный маршрут возвращает 404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Неожиданная ошибка возвращает 500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ошибки имеют предсказуемый JSON-формат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Почему нельзя доверять данным из req.body?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разбор JSON отличается от валидации?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Какие правила проверяются для объекта Product?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Почему POST и PATCH требуют разных правил валидации?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Зачем выполнять валидацию в middleware?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Чем next() отличается от next(error)?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Что означает HTTP 400?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Когда REST API должен вернуть 404?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Почему error-handling middleware принимает четыре аргумента?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внутренние детали ошибки не следует отправлять клиенту?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Входные данные клиента необходимо проверять до выполнения бизнес-логики.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Валидация проверяет обязательные поля, типы и ограничения значений.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Validation middleware позволяет остановить некорректный запрос до controller.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Ошибки клиента обычно относятся к классу 4xx, внутренние ошибки сервера — к 5xx.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next(error) передаёт ошибку специальному error-handling middleware.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94741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94741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Централизованный errorHandler создаёт единый формат ошибок для всего API.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449580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Клиенту не следует раскрывать внутренние технические детали неожиданной ошибки.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Валидация и обработка ошибок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3521</Words>
  <Application>Microsoft Office PowerPoint</Application>
  <PresentationFormat>Широкоэкранный</PresentationFormat>
  <Paragraphs>468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Валидация входных данных и обработка ошибок</dc:title>
  <dc:subject>Проверка данных HTTP-запроса и централизованная обработка ошибок в Express.js</dc:subject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2026-09-20T12:37:30Z</dcterms:modified>
  <cp:category/>
</cp:coreProperties>
</file>