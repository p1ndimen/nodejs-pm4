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РО 4.2. Разрабатывать серверные приложения и REST API с использованием Express.js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 dirty="0">
                <a:solidFill>
                  <a:srgbClr val="172033"/>
                </a:solidFill>
                <a:latin typeface="Aptos"/>
              </a:rPr>
              <a:t>Express Router и </a:t>
            </a:r>
            <a:r>
              <a:rPr sz="3600" b="1" i="0" dirty="0" err="1">
                <a:solidFill>
                  <a:srgbClr val="172033"/>
                </a:solidFill>
                <a:latin typeface="Aptos"/>
              </a:rPr>
              <a:t>организация</a:t>
            </a:r>
            <a:r>
              <a:rPr sz="3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600" b="1" i="0" dirty="0" err="1">
                <a:solidFill>
                  <a:srgbClr val="172033"/>
                </a:solidFill>
                <a:latin typeface="Aptos"/>
              </a:rPr>
              <a:t>структуры</a:t>
            </a:r>
            <a:r>
              <a:rPr sz="3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3600" b="1" i="0" dirty="0" err="1">
                <a:solidFill>
                  <a:srgbClr val="172033"/>
                </a:solidFill>
                <a:latin typeface="Aptos"/>
              </a:rPr>
              <a:t>проекта</a:t>
            </a:r>
            <a:endParaRPr sz="3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Разделяем маршруты серверного приложения на независимые модули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Объяснять, почему маршруты большого приложения необходимо разделять по модулям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Создавать маршрутизатор с помощью express.Router()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Регистрировать маршруты через router.get(), router.post(), router.patch() и другие методы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Экспортировать и импортировать Router как ES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Подключать Router к приложению через app.use()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>
                <a:solidFill>
                  <a:srgbClr val="172033"/>
                </a:solidFill>
                <a:latin typeface="Aptos"/>
              </a:rPr>
              <a:t>Понимать формирование полного URL из префикса app.use() и пути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700" b="0" i="0" dirty="0" err="1">
                <a:solidFill>
                  <a:srgbClr val="172033"/>
                </a:solidFill>
                <a:latin typeface="Aptos"/>
              </a:rPr>
              <a:t>Организовывать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каталог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routes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нескольких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ресурсов</a:t>
            </a:r>
            <a:r>
              <a:rPr sz="17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7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endParaRPr sz="17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60120" y="297180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55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5928" y="1355745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Зачем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разделять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маршруты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58" y="1856232"/>
            <a:ext cx="1975104" cy="111556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Проблемы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большого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app.js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идея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модульной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организации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3310127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1" y="3292947"/>
            <a:ext cx="186537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>
                <a:solidFill>
                  <a:srgbClr val="172033"/>
                </a:solidFill>
                <a:latin typeface="Aptos"/>
              </a:rPr>
              <a:t>Express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3573172"/>
            <a:ext cx="1975104" cy="132343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Создание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отдельного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маршрутизатора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регистрация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маршрутов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247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1" y="1176479"/>
            <a:ext cx="1865376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Подключение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Router к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приложению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01768" y="1940520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>
                <a:solidFill>
                  <a:srgbClr val="64748B"/>
                </a:solidFill>
                <a:latin typeface="Aptos"/>
              </a:rPr>
              <a:t>export, import,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app.use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()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префиксы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URL</a:t>
            </a:r>
          </a:p>
        </p:txBody>
      </p:sp>
      <p:sp>
        <p:nvSpPr>
          <p:cNvPr id="15" name="Oval 14"/>
          <p:cNvSpPr/>
          <p:nvPr/>
        </p:nvSpPr>
        <p:spPr>
          <a:xfrm>
            <a:off x="8339328" y="2825496"/>
            <a:ext cx="329184" cy="32918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3282583"/>
            <a:ext cx="1865376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72033"/>
                </a:solidFill>
                <a:latin typeface="Aptos"/>
              </a:rPr>
              <a:t>Структура</a:t>
            </a:r>
            <a:r>
              <a:rPr sz="1600"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72033"/>
                </a:solidFill>
                <a:latin typeface="Aptos"/>
              </a:rPr>
              <a:t>проекта</a:t>
            </a:r>
            <a:endParaRPr sz="16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61504" y="3707892"/>
            <a:ext cx="1975104" cy="111556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 dirty="0" err="1">
                <a:solidFill>
                  <a:srgbClr val="64748B"/>
                </a:solidFill>
                <a:latin typeface="Aptos"/>
              </a:rPr>
              <a:t>Каталог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routes и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разделение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маршрутов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по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ресурсам</a:t>
            </a:r>
            <a:endParaRPr sz="1600" b="0" i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853928" y="2825496"/>
            <a:ext cx="329184" cy="3291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85832" y="1417320"/>
            <a:ext cx="186537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1" i="0">
                <a:solidFill>
                  <a:srgbClr val="172033"/>
                </a:solidFill>
                <a:latin typeface="Aptos"/>
              </a:rPr>
              <a:t>Путь запроса через несколько routers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0968" y="1856232"/>
            <a:ext cx="1975104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600" b="0" i="0">
                <a:solidFill>
                  <a:srgbClr val="64748B"/>
                </a:solidFill>
                <a:latin typeface="Aptos"/>
              </a:rPr>
              <a:t>Как Express направляет запрос в нужный модуль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Зачем разделять маршруты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Почему один app.js перестаёт быть удобным по мере роста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Начать можно с одного файла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небольшом учебном приложении все маршруты удобно разместить непосредственно в app.js.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одном месте находятся создание app, подключение middleware, маршруты и запуск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Такую структуру легко понять на первых занятиях.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нескольких endpoints дополнительное разделение действительно не требуется.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Проблема возникает не сразу, а по мере увеличения количества ресурсов и маршрутов.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Когда app.js начинает расти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/products/:id",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app.patch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/products/:id",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app.delete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/products/:id",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/categories",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/categories",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/orders",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/orders", ...);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app.patch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/orders/:id", ...);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Проблемы большого app.js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Много кода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2993136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 dirty="0" err="1">
                <a:solidFill>
                  <a:srgbClr val="64748B"/>
                </a:solidFill>
                <a:latin typeface="Aptos"/>
              </a:rPr>
              <a:t>Десятки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маршрутов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разных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ресурсов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находятся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в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одном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файле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84192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1664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Сложнее искать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066543"/>
            <a:ext cx="2993136" cy="10772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 dirty="0" err="1">
                <a:solidFill>
                  <a:srgbClr val="64748B"/>
                </a:solidFill>
                <a:latin typeface="Aptos"/>
              </a:rPr>
              <a:t>Для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изменения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товара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приходится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искать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нужный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обработчик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среди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несвязанных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4748B"/>
                </a:solidFill>
                <a:latin typeface="Aptos"/>
              </a:rPr>
              <a:t>маршрутов</a:t>
            </a:r>
            <a:r>
              <a:rPr sz="1600" b="0" i="0" dirty="0">
                <a:solidFill>
                  <a:srgbClr val="64748B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6240" y="1353312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17408" y="155448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4880" y="1481328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Сложнее изменять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696" y="2066543"/>
            <a:ext cx="2993136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Любое расширение увеличивает главный файл приложения.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886200"/>
            <a:ext cx="3432048" cy="2313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0976" y="40873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014215"/>
            <a:ext cx="2700528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 i="0">
                <a:solidFill>
                  <a:srgbClr val="172033"/>
                </a:solidFill>
                <a:latin typeface="Aptos"/>
              </a:rPr>
              <a:t>Сложнее сопровождать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99432"/>
            <a:ext cx="2993136" cy="83099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Структура приложения становится менее очевидной для разработчика.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От большого app.js к модульной маршрутизации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272D08-47BB-961C-EF03-BF0079614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Группируем код по ресурсам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Все маршруты товаров относятся к одному ресурсу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Маршруты категорий относятся к ресурсу categories.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Заказы образуют отдельную группу routes для orders.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Каждую такую группу можно хранить в собственном JavaScript-файле.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Главный app.js будет только подключать готовые маршрутизаторы.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Будущие модули маршрутизации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994276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Ресурс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Файл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Примеры endpoints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productRoutes.js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/, GET /:id, POST /, PATCH 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categoryRoutes.js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/, POST 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orderRoutes.js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/, POST /, PATCH 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Application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app.js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Подключение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готовых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 routers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Express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Создаём отдельную систему маршрутизации для одного ресурса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Express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express.Router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отдельный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маршрутизатор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, 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котором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регистрировать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middleware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независимо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основного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объекта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app.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Router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поддерживает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привычные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методы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: get(), post(), put(), patch(), delete().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содержать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одного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логического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раздела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Router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экспортировать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файла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подключить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другом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модуле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Express-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проект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одновременно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200" b="0" i="0" dirty="0" err="1">
                <a:solidFill>
                  <a:srgbClr val="172033"/>
                </a:solidFill>
                <a:latin typeface="Aptos"/>
              </a:rPr>
              <a:t>несколько</a:t>
            </a:r>
            <a:r>
              <a:rPr sz="2200" b="0" i="0" dirty="0">
                <a:solidFill>
                  <a:srgbClr val="172033"/>
                </a:solidFill>
                <a:latin typeface="Aptos"/>
              </a:rPr>
              <a:t> Router.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Express Router часто называют мини-приложением, потому что он представляет отдельную систему маршрутизации и middleware.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app и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>
                <a:solidFill>
                  <a:srgbClr val="172033"/>
                </a:solidFill>
                <a:latin typeface="Aptos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Главный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Express-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Создаётся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express()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Подключает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глобальные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Подключает routers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Запускает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8938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Отдельный маршрутизатор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Создаётся через express.Router()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Хранит группу связанных endpoints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Может использовать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Монтируется внутрь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Express Router как мини-приложение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D86973-7ABB-D9DF-DCAB-9316738A2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Создаём новый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en-US" sz="2000" b="0" i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import express from "express";
const router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express.Router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96747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импортируется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обычная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npm-зависимость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express.Router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маршрутизатора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этого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регистрируются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вместо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запускает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отдельный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HTTP-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Первый маршрут внутри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en-US" sz="2000" b="0" i="0" dirty="0">
              <a:solidFill>
                <a:srgbClr val="E2E8F0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3857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router.get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аналогично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app.get</a:t>
            </a:r>
            <a:r>
              <a:rPr b="0" i="0" dirty="0">
                <a:solidFill>
                  <a:srgbClr val="172033"/>
                </a:solidFill>
                <a:latin typeface="Aptos"/>
              </a:rPr>
              <a:t>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"/"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локальным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путём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данного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Полный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пока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указан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сформирован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в app.js.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Динамический маршрут внутри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("/:id", (req, res) =&gt; {
  const id = Number(req.params.id);
  const product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products.find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 =&gt; p.id === id);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(product);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Параметры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работают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внутри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же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внутри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app.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/:id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добавлен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префиксу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req.params.id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динамическое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URL.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Обработчик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req, res и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все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знакомые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возможности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Express.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Группа маршрутов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getProducts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("/:id",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getProductById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router.post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createProduct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router.patch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("/:id",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updateProduct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router.delete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("/:id",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deleteProduct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пути стали короче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productRoutes.js все маршруты относятся к одному ресурсу.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нет необходимости повторять /api/products в каждой строке.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Общий префикс будет указан один раз при подключении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Внутри Router остаются только части пути, различающие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Это уменьшает повторение и делает группу маршрутов легче для чтения.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Подключение Router к приложению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Экспортируем маршрутизатор и монтируем его через app.use()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Экспортируем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2000" b="0" i="0" dirty="0">
                <a:solidFill>
                  <a:srgbClr val="E2E8F0"/>
                </a:solidFill>
                <a:latin typeface="Consolas"/>
              </a:rPr>
              <a:t>import express from "express";
const router =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express.Router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();
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sz="2000"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sz="2000" b="0" i="0" dirty="0">
                <a:solidFill>
                  <a:srgbClr val="E2E8F0"/>
                </a:solidFill>
                <a:latin typeface="Consolas"/>
              </a:rPr>
              <a:t>(products);
});
export default router;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является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обычным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JavaScript-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объектом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экспортировать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модуля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export default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импортировать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в app.js.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сам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сервер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запускает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Импортируем Router в app.js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E2E8F0"/>
                </a:solidFill>
                <a:latin typeface="Consolas"/>
              </a:rPr>
              <a:t>import express from "express";
import </a:t>
            </a:r>
            <a:r>
              <a:rPr sz="1600"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sz="1600" b="0" i="0" dirty="0">
                <a:solidFill>
                  <a:srgbClr val="E2E8F0"/>
                </a:solidFill>
                <a:latin typeface="Consolas"/>
              </a:rPr>
              <a:t> from "./routes/productRoutes.js";
const app = express();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app.js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импортирует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готовый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маршрутизатор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Относительный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указывает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внутри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каталога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Расширение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.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js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указывается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явно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использовании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ES Modules.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Теперь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productRoutes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подключить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приложению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Монтируем Router через app.use()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325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Первый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аргумент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задаёт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общий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префикс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Второй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аргумент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—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подключаемый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Все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productRoutes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теперь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начинаются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направляет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подходящие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запросы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внутрь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этого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формируется полный URL Router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3FCFFD-06CA-51C0-1ED7-65BDC2DE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Префикс app.use() + путь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240000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Префикс app.use()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Путь Router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Итоговый endpoint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GET /api/products/:id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POST 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DELETE /</a:t>
                      </a:r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api</a:t>
                      </a:r>
                      <a:r>
                        <a:rPr sz="2000" b="0" dirty="0">
                          <a:solidFill>
                            <a:srgbClr val="172033"/>
                          </a:solidFill>
                          <a:latin typeface="Aptos"/>
                        </a:rPr>
                        <a:t>/products/:id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Запрос конкретного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42382"/>
            <a:ext cx="1019556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b="1" i="0" dirty="0">
                <a:solidFill>
                  <a:srgbClr val="172033"/>
                </a:solidFill>
                <a:latin typeface="Aptos"/>
              </a:rPr>
              <a:t>: GET /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1" i="0" dirty="0">
                <a:solidFill>
                  <a:srgbClr val="172033"/>
                </a:solidFill>
                <a:latin typeface="Aptos"/>
              </a:rPr>
              <a:t>/products/15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29934"/>
            <a:ext cx="955548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Express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видит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префикс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116318"/>
            <a:ext cx="955548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Запрос передаётся в productRoutes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03904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902702"/>
            <a:ext cx="955548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Router сопоставляет оставшийся путь /15 с /:id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9028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4689086"/>
            <a:ext cx="955548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Значение 15 становится req.params.id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37667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5475470"/>
            <a:ext cx="955548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Запускается соответствующий обработчик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Путь запроса через app.use() и Router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725265-17CD-A809-354C-15A9F67F2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app.use() здесь работает как точка подключения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app.use() связывает определённый URL-префикс с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Запросы к другим префиксам могут направляться в другие routers.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позволяет главному приложению выполнять роль диспетчера.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Внутреннее устройство Router при этом скрыто от app.js.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app.js знает, какой Router отвечает за ресурс, но ему не нужно содержать сами маршруты.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Минимальный app.js после разделения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</a:p>
          <a:p>
            <a:pPr algn="l">
              <a:spcAft>
                <a:spcPts val="400"/>
              </a:spcAft>
            </a:pP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import express from "express";</a:t>
            </a:r>
            <a:r>
              <a:rPr sz="1200" b="0" i="0" dirty="0">
                <a:solidFill>
                  <a:srgbClr val="E2E8F0"/>
                </a:solidFill>
                <a:latin typeface="Consolas"/>
              </a:rPr>
              <a:t>
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import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from "./routes/productRoutes.js";
const app = express();
const PORT = 3000;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app.listen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(PORT, () =&gt; {
  console.log(`Server: http://localhost:${PORT}`);
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До и после Express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 dirty="0" err="1">
                <a:solidFill>
                  <a:srgbClr val="172033"/>
                </a:solidFill>
                <a:latin typeface="Aptos"/>
              </a:rPr>
              <a:t>До</a:t>
            </a:r>
            <a:endParaRPr sz="20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15132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app.js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содержит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все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Постоянно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повторяется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/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b="0" i="0" dirty="0">
                <a:solidFill>
                  <a:srgbClr val="172033"/>
                </a:solidFill>
                <a:latin typeface="Aptos"/>
              </a:rPr>
              <a:t>/products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быстро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увеличивается</a:t>
            </a:r>
            <a:endParaRPr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смешаны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между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собой</a:t>
            </a:r>
            <a:endParaRPr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40011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После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15132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app.js подключает готовые Router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Префикс задаётся один раз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Маршруты разделены по ресурсам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>
                <a:solidFill>
                  <a:srgbClr val="14B8A6"/>
                </a:solidFill>
                <a:latin typeface="Aptos"/>
              </a:rPr>
              <a:t>• </a:t>
            </a:r>
            <a:r>
              <a:rPr b="0" i="0">
                <a:solidFill>
                  <a:srgbClr val="172033"/>
                </a:solidFill>
                <a:latin typeface="Aptos"/>
              </a:rPr>
              <a:t>Структура приложения видна по каталогам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Организация структуры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Создаём каталог routes и разделяем разные ресурсы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Структура Express-проекта с несколькими routers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BEB2CA-457E-1113-0CC2-974C15D10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Каталог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файлов маршрутизации удобно создать отдельный каталог routes.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ресурс получает свой файл Router.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Имя файла должно ясно показывать, какой ресурс он обслуживает.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Главный app.js остаётся в корне проекта или внутри каталога src.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Такое разделение создаёт основу для дальнейшего развития архитектуры.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Простая структура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express-shop/
├── routes/
│   ├── productRoutes.js
│   ├── categoryRoutes.js
│   └── orderRoutes.js
├── app.js
├──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package.json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
└── package-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lock.json</a:t>
            </a:r>
            <a:endParaRPr b="0" i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Ответственность файлов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418585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Файл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Ответственность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app.js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Создание приложения, общие middleware, подключение routers, запуск сервера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Маршруты ресурса 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Маршруты ресурса 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orderRoutes.js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Маршруты</a:t>
                      </a:r>
                      <a:r>
                        <a:rPr sz="18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ресурса</a:t>
                      </a:r>
                      <a:r>
                        <a:rPr sz="1800" b="0" dirty="0">
                          <a:solidFill>
                            <a:srgbClr val="172033"/>
                          </a:solidFill>
                          <a:latin typeface="Aptos"/>
                        </a:rPr>
                        <a:t> 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categoryRoutes.js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0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import express from "express";
const router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express.Router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(categories);
});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router.post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
export default router;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Этот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работает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категориями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локальные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пути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начинаются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с "/".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Общий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префикс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будет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задан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app.js.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экспортирует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созданный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orderRoutes.js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14B8A6"/>
                </a:solidFill>
                <a:latin typeface="Consolas"/>
              </a:rPr>
              <a:t> </a:t>
            </a: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import express from "express";
const router =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express.Router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router.get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(orders);
});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router.post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("/", (req, res) =&gt; {
 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res.status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(201).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json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req.body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});
export default router;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7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267663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Структура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Router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повторяется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для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другого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модуль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изменять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независимо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>
                <a:solidFill>
                  <a:srgbClr val="172033"/>
                </a:solidFill>
                <a:latin typeface="Aptos"/>
              </a:rPr>
              <a:t>URL-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префикс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снова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дублируется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внутри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файла</a:t>
            </a:r>
            <a:r>
              <a:rPr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Подключение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выполняется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централизованно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app.js.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Подключаем несколько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endParaRPr sz="10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b="0" i="0" dirty="0">
                <a:solidFill>
                  <a:srgbClr val="E2E8F0"/>
                </a:solidFill>
                <a:latin typeface="Consolas"/>
              </a:rPr>
              <a:t>import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from "./routes/productRoutes.js";
import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categoryRoutes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from "./routes/categoryRoutes.js";
import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orderRoutes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 from "./routes/orderRoutes.js";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/products",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productRoutes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/categories",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categoryRoutes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
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app.use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("/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api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/orders", </a:t>
            </a:r>
            <a:r>
              <a:rPr b="0" i="0" dirty="0" err="1">
                <a:solidFill>
                  <a:srgbClr val="E2E8F0"/>
                </a:solidFill>
                <a:latin typeface="Consolas"/>
              </a:rPr>
              <a:t>orderRoutes</a:t>
            </a:r>
            <a:r>
              <a:rPr b="0" i="0" dirty="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Карта маршрутизаторов приложения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669280"/>
              </p:ext>
            </p:extLst>
          </p:nvPr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Префикс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Router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ptos"/>
                        </a:rPr>
                        <a:t>Ресурс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productRoutes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Товары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categoryRoutes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Категории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/api/orders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72033"/>
                          </a:solidFill>
                          <a:latin typeface="Aptos"/>
                        </a:rPr>
                        <a:t>orderRoutes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Заказы</a:t>
                      </a:r>
                      <a:endParaRPr sz="20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нужно создавать отдельное Express-приложение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каждого файла routes не вызывается express() повторно.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Главный объект app остаётся один.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модулях создаются только экземпляры express.Router().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Все routers работают внутри одного HTTP-сервера.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порт обслуживает всё приложение.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Router — это часть приложения, а не отдельный сервер.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Путь запроса через несколько routers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Как главный app направляет запрос в нужный модуль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Express-приложение как диспетчер маршрутизаторов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B8356E-4B73-87F6-7F79-ABC43F518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Пример: GET /api/orders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отправляет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запрос</a:t>
            </a:r>
            <a:endParaRPr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На сервер приходит GET /api/orders.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Express проверяет подключения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Префикс /api/orders совпадает с app.use("/api/orders", orderRoutes).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64633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Запрос передаётся в orderRoutes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Внутри Router остаётся локальный путь /.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Router находит GET 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Запускается соответствующий обработчик.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693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Клиент получает ответ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33855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Aptos"/>
              </a:rPr>
              <a:t>Обработчик формирует JSON через res.json().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Пример: DELETE /api/products/7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192481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008221"/>
            <a:ext cx="955548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 err="1">
                <a:solidFill>
                  <a:srgbClr val="172033"/>
                </a:solidFill>
                <a:latin typeface="Aptos"/>
              </a:rPr>
              <a:t>Префикс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/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api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/products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направляет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запрос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productRoutes</a:t>
            </a:r>
            <a:endParaRPr sz="20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0" y="27111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794605"/>
            <a:ext cx="955548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Внутренний путь /7 сопоставляется с /:id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97579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3580988"/>
            <a:ext cx="955548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HTTP-метод DELETE выбирает router.delete()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283964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4367373"/>
            <a:ext cx="955548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req.params.id получает строку "7"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07034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5153757"/>
            <a:ext cx="955548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>
                <a:solidFill>
                  <a:srgbClr val="172033"/>
                </a:solidFill>
                <a:latin typeface="Aptos"/>
              </a:rPr>
              <a:t>Запускается обработчик удаления товара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Router сохраняет все знакомые возможности Express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маршрутах доступны req.params, req.query и req.body.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использовать методы res.status(), res.json() и res.send().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Router поддерживает все основные HTTP-методы.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 Router можно подключать middleware.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перенос маршрута из app в Router не меняет принцип его работы.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Где заканчивается ответственность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Router должен описывать endpoints и связывать их с обработчиками.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 мере роста проекта большие функции-обработчики также стоит выносить из routes.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Маршрутизация, обработка запроса и бизнес-логика — разные задачи.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следующем этапе маршруты будут связаны с отдельными controllers и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172033"/>
                </a:solidFill>
                <a:latin typeface="Aptos"/>
              </a:rPr>
              <a:t>Сегодня разделяем маршруты. На следующем занятии продолжим разделять ответственность компонентов приложения.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26993"/>
            <a:ext cx="10195560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Разделите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существующие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Internet Shop API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три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отдельных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Router</a:t>
            </a:r>
            <a:r>
              <a:rPr sz="16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31081"/>
            <a:ext cx="4864607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 dirty="0" err="1">
                <a:solidFill>
                  <a:srgbClr val="2563EB"/>
                </a:solidFill>
                <a:latin typeface="Aptos"/>
              </a:rPr>
              <a:t>Задание</a:t>
            </a:r>
            <a:endParaRPr sz="2000" b="1" i="0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6112" y="2414016"/>
            <a:ext cx="4937759" cy="320318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каталог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routes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productRoutes.js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categoryRoutes.js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orderRoutes.js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Экспортировать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каждый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Router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Импортировать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routers в app.js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Подключить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через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app.use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() с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соответствующими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префиксами</a:t>
            </a:r>
            <a:endParaRPr sz="20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3097" y="2040225"/>
            <a:ext cx="4864607" cy="40011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 dirty="0" err="1">
                <a:solidFill>
                  <a:srgbClr val="14B8A6"/>
                </a:solidFill>
                <a:latin typeface="Aptos"/>
              </a:rPr>
              <a:t>Критерии</a:t>
            </a:r>
            <a:r>
              <a:rPr sz="2000" b="1" i="0" dirty="0">
                <a:solidFill>
                  <a:srgbClr val="14B8A6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14B8A6"/>
                </a:solidFill>
                <a:latin typeface="Aptos"/>
              </a:rPr>
              <a:t>проверки</a:t>
            </a:r>
            <a:endParaRPr sz="20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5936" y="2414016"/>
            <a:ext cx="4937759" cy="344831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В app.js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больше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нет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товаров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категорий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заказов</a:t>
            </a:r>
            <a:endParaRPr sz="24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Все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существующие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endpoints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продолжают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работать</a:t>
            </a:r>
            <a:endParaRPr sz="24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Маршруты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разделены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ресурсам</a:t>
            </a:r>
            <a:endParaRPr sz="2400" b="0" i="0" dirty="0">
              <a:solidFill>
                <a:srgbClr val="172033"/>
              </a:solidFill>
              <a:latin typeface="Aptos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4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URL API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после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рефакторинга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4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400" b="0" i="0" dirty="0" err="1">
                <a:solidFill>
                  <a:srgbClr val="172033"/>
                </a:solidFill>
                <a:latin typeface="Aptos"/>
              </a:rPr>
              <a:t>изменились</a:t>
            </a:r>
            <a:endParaRPr sz="2400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0478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1.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Почему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хранение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всех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одном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app.js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становится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неудобным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69914"/>
            <a:ext cx="4572000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2. Для чего используется express.Router()?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62350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3. Чем объект router отличается от основного объекта app?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3286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4. Как зарегистрировать GET-маршрут внутри Router?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24222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5. Зачем Router экспортируется из отдельного файла?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0478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6. Для чего используется app.use() при подключении Router?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1414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7. Как формируется полный URL из префикса app.use() и пути router?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523851"/>
            <a:ext cx="4572000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8. Какой endpoint получится из app.use("/api/products", router) и router.get("/:id")?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93286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>
                <a:solidFill>
                  <a:srgbClr val="172033"/>
                </a:solidFill>
                <a:latin typeface="Aptos"/>
              </a:rPr>
              <a:t>9. Нужно ли запускать app.listen() внутри каждого файла routes?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24222"/>
            <a:ext cx="4572000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0" i="0" dirty="0">
                <a:solidFill>
                  <a:srgbClr val="172033"/>
                </a:solidFill>
                <a:latin typeface="Aptos"/>
              </a:rPr>
              <a:t>10.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Почему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разделение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по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ресурсам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облегчает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развитие</a:t>
            </a:r>
            <a:r>
              <a:rPr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172033"/>
                </a:solidFill>
                <a:latin typeface="Aptos"/>
              </a:rPr>
              <a:t>приложения</a:t>
            </a:r>
            <a:r>
              <a:rPr b="0" i="0" dirty="0">
                <a:solidFill>
                  <a:srgbClr val="172033"/>
                </a:solidFill>
                <a:latin typeface="Aptos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13611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 dirty="0">
                <a:solidFill>
                  <a:srgbClr val="172033"/>
                </a:solidFill>
                <a:latin typeface="Aptos"/>
              </a:rPr>
              <a:t>Express Router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позволяет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вынести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группы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связанных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маршрутов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в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отдельные</a:t>
            </a:r>
            <a:r>
              <a:rPr b="1" i="0" dirty="0">
                <a:solidFill>
                  <a:srgbClr val="172033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172033"/>
                </a:solidFill>
                <a:latin typeface="Aptos"/>
              </a:rPr>
              <a:t>модули</a:t>
            </a:r>
            <a:r>
              <a:rPr b="1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560320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13398"/>
            <a:ext cx="4544568" cy="3693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Router создаётся через express.Router().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97687"/>
            <a:ext cx="4544568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Маршруты внутри него регистрируются через router.get(), router.post() и другие методы.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88289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97475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Router экспортируется из файла и импортируется в основное приложение.</a:t>
            </a:r>
          </a:p>
        </p:txBody>
      </p:sp>
      <p:sp>
        <p:nvSpPr>
          <p:cNvPr id="13" name="Oval 12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1313611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app.use() монтирует Router на определённый URL-префикс.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294741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861995"/>
            <a:ext cx="4544568" cy="64633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Полный endpoint состоит из префикса app.use() и локального пути Router.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449580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3994880"/>
            <a:ext cx="4544568" cy="147732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b="1" i="0">
                <a:solidFill>
                  <a:srgbClr val="172033"/>
                </a:solidFill>
                <a:latin typeface="Aptos"/>
              </a:rPr>
              <a:t>Разделение маршрутов по ресурсам делает структуру Express-проекта понятнее и подготавливает приложение к дальнейшему разделению на controllers и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4.2 • Express.js • Express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3144</Words>
  <Application>Microsoft Office PowerPoint</Application>
  <PresentationFormat>Широкоэкранный</PresentationFormat>
  <Paragraphs>451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 Router и организация структуры проекта</dc:title>
  <dc:subject>Модульная маршрутизация и разделение Express-приложения на файлы</dc:subject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2026-09-20T08:58:17Z</dcterms:modified>
  <cp:category/>
</cp:coreProperties>
</file>