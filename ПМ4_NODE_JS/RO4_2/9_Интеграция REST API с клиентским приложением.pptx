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794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54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652760" y="502920"/>
            <a:ext cx="868680" cy="20116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921240" y="804672"/>
            <a:ext cx="160020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731520"/>
            <a:ext cx="7315200" cy="411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РО 4.2. Разрабатывать серверные приложения и REST API с использованием Express.js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9784080" cy="1508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600" b="1" i="0">
                <a:solidFill>
                  <a:srgbClr val="172033"/>
                </a:solidFill>
                <a:latin typeface="Aptos"/>
              </a:rPr>
              <a:t>Интеграция REST API с клиентским приложением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926080"/>
            <a:ext cx="93268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Связываем frontend с Express API и выполняем CRUD из браузера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Интеграция frontend и REST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Результаты занятия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0" i="0">
                <a:solidFill>
                  <a:srgbClr val="172033"/>
                </a:solidFill>
                <a:latin typeface="Aptos"/>
              </a:rPr>
              <a:t>Объяснять роль REST API между frontend и backend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0" i="0">
                <a:solidFill>
                  <a:srgbClr val="172033"/>
                </a:solidFill>
                <a:latin typeface="Aptos"/>
              </a:rPr>
              <a:t>Отправлять HTTP-запросы из браузера с помощью fetch()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0" i="0">
                <a:solidFill>
                  <a:srgbClr val="172033"/>
                </a:solidFill>
                <a:latin typeface="Aptos"/>
              </a:rPr>
              <a:t>Получать JSON и отображать данные в интерфейсе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0" i="0">
                <a:solidFill>
                  <a:srgbClr val="172033"/>
                </a:solidFill>
                <a:latin typeface="Aptos"/>
              </a:rPr>
              <a:t>Отправлять POST-запросы из HTML-формы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0" i="0">
                <a:solidFill>
                  <a:srgbClr val="172033"/>
                </a:solidFill>
                <a:latin typeface="Aptos"/>
              </a:rPr>
              <a:t>Выполнять PATCH и DELETE из клиентского приложения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0" i="0">
                <a:solidFill>
                  <a:srgbClr val="172033"/>
                </a:solidFill>
                <a:latin typeface="Aptos"/>
              </a:rPr>
              <a:t>Проверять response.ok и обрабатывать ошибки API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0" i="0">
                <a:solidFill>
                  <a:srgbClr val="172033"/>
                </a:solidFill>
                <a:latin typeface="Aptos"/>
              </a:rPr>
              <a:t>Организовывать клиентский код для работы с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Интеграция frontend и REST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Учебные вопросы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Frontend и REST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 dirty="0" err="1">
                <a:solidFill>
                  <a:srgbClr val="64748B"/>
                </a:solidFill>
                <a:latin typeface="Aptos"/>
              </a:rPr>
              <a:t>Как</a:t>
            </a:r>
            <a:r>
              <a:rPr sz="18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64748B"/>
                </a:solidFill>
                <a:latin typeface="Aptos"/>
              </a:rPr>
              <a:t>браузерное</a:t>
            </a:r>
            <a:r>
              <a:rPr sz="18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64748B"/>
                </a:solidFill>
                <a:latin typeface="Aptos"/>
              </a:rPr>
              <a:t>приложение</a:t>
            </a:r>
            <a:r>
              <a:rPr sz="18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64748B"/>
                </a:solidFill>
                <a:latin typeface="Aptos"/>
              </a:rPr>
              <a:t>взаимодействует</a:t>
            </a:r>
            <a:r>
              <a:rPr sz="1800" b="0" i="0" dirty="0">
                <a:solidFill>
                  <a:srgbClr val="64748B"/>
                </a:solidFill>
                <a:latin typeface="Aptos"/>
              </a:rPr>
              <a:t> с Express-</a:t>
            </a:r>
            <a:r>
              <a:rPr sz="1800" b="0" i="0" dirty="0" err="1">
                <a:solidFill>
                  <a:srgbClr val="64748B"/>
                </a:solidFill>
                <a:latin typeface="Aptos"/>
              </a:rPr>
              <a:t>сервером</a:t>
            </a:r>
            <a:endParaRPr sz="1800" b="0" i="0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8" name="Oval 7"/>
          <p:cNvSpPr/>
          <p:nvPr/>
        </p:nvSpPr>
        <p:spPr>
          <a:xfrm>
            <a:off x="804672" y="2392070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18918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Получение данных через 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300630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fetch(), Response, JSON и отображение товаров в DOM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375964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02812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Создание данных через POST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284524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HTML-форма, JSON.stringify() и отправка req.body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359859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286707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Изменение и удаление данных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4268419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PATCH и DELETE из интерфейса пользователя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5343753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270601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Ошибки и организация клиентского кода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5252313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response.ok, try/catch, API-функции и полный цикл frontend ↔ backend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Интеграция frontend и REST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1. Frontend и REST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Клиентское приложение становится потребителем нашего Product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Интеграция frontend и REST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уже умеет backend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Express принимает HTTP-запросы и выбирает нужный route.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Controllers формируют HTTP-ответы.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Services выполняют CRUD-операции с товарами.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Validation middleware проверяет входные данные.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Error handler формирует единообразные ответы об ошибках.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Product API доступен через /api/products и /api/products/:id.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Интеграция frontend и REST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должен сделать frontend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6995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Отправить HTTP-запрос к нужному endpoint.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Передать данные пользователя в формате, понятном API.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Получить HTTP-ответ сервера.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Преобразовать JSON-ответ в JavaScript-данные.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Изменить DOM в соответствии с результатом.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Показать пользователю успешный результат или ошибку.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28431" y="1490472"/>
            <a:ext cx="333756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2563EB"/>
                </a:solidFill>
                <a:latin typeface="Aptos"/>
              </a:rPr>
              <a:t>Главная идея</a:t>
            </a:r>
          </a:p>
          <a:p>
            <a:pPr>
              <a:spcBef>
                <a:spcPts val="600"/>
              </a:spcBef>
            </a:pPr>
            <a:r>
              <a:rPr sz="1800" b="1" i="0">
                <a:solidFill>
                  <a:srgbClr val="172033"/>
                </a:solidFill>
                <a:latin typeface="Aptos"/>
              </a:rPr>
              <a:t>Frontend не обращается к service или базе данных напрямую — он работает с backend через HTTP API.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Интеграция frontend и REST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Разделение frontend и backend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HTML, CSS и JavaScript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Интерфейс пользователя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DOM и события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Формы и кнопки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fetch() и обработка ответов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Node.js и Express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REST API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Routes и Controllers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Services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Валидация и обработка ошибок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Интеграция frontend и REST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Frontend → REST API → Express-приложение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FD789F3-92DE-E46C-7063-453126AB36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Fetch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Fetch API — браузерный интерфейс для выполнения сетевых запросов из JavaScript и получения объекта Response.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fetch() принимает URL запрашиваемого ресурса.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 умолчанию выполняется GET-запрос.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POST, PATCH и DELETE используются параметры второго аргумента.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fetch() возвращает Promise.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 async/await сетевой код читается как последовательность действий.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Интеграция frontend и REST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Первый запрос к Product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lang="ru-RU" sz="1800" b="1" i="0" dirty="0">
                <a:solidFill>
                  <a:srgbClr val="14B8A6"/>
                </a:solidFill>
                <a:latin typeface="Consolas"/>
              </a:rPr>
              <a:t> </a:t>
            </a:r>
            <a:endParaRPr sz="1800"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const response = await fetch('/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api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/products');
const products = await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response.json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();
console.log(products);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Браузер отправляет GET /api/products.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await ожидает получение объекта Response.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response.json() асинхронно читает JSON-тело ответа.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products становится обычным JavaScript-массивом.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Интеграция frontend и REST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Почему используем относительный URL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Если frontend и API отдаются одним Express-приложением, у них один origin.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Клиент может обращаться к API как /api/products.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 требуется жёстко записывать localhost:3000 в каждом запросе.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Код проще переносить между компьютерами и окружениями.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 лабораторной frontend будет находиться в каталоге public.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Интеграция frontend и REST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Express отдаёт клиентские файлы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lang="ru-RU" sz="1800" b="1" i="0" dirty="0">
                <a:solidFill>
                  <a:srgbClr val="14B8A6"/>
                </a:solidFill>
                <a:latin typeface="Consolas"/>
              </a:rPr>
              <a:t> </a:t>
            </a:r>
            <a:endParaRPr sz="1800"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sz="1800" b="0" i="0" dirty="0" err="1">
                <a:solidFill>
                  <a:srgbClr val="F8FAFC"/>
                </a:solidFill>
                <a:latin typeface="Consolas"/>
              </a:rPr>
              <a:t>app.use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express.static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('public'));
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app.use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('/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api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/products',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productRoutes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express.static('public') публикует HTML, CSS и клиентский JavaScript.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Браузер открывает страницу с того же сервера Express.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Маршруты /api/products продолжают обслуживать REST API.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Frontend и backend доступны через одно приложение.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Интеграция frontend и REST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2. Получение данных через 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Получаем массив товаров и превращаем JSON в элементы интерфейса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Интеграция frontend и REST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Путь GET-запроса из браузера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JavaScript вызывает fetch()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Клиент выполняет GET /api/products.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392070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18918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Express обрабатывает запрос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300630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Product Router передаёт запрос controller и service.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375964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02812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API возвращает 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284524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Сервер отвечает массивом объектов товаров.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359859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286707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Клиент читает response.json()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4268419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JSON преобразуется в JavaScript-массив products.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5343753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270601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Frontend изменяет DOM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5252313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Для каждого товара создаётся элемент интерфейса.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Интеграция frontend и REST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Путь GET-запроса от fetch() до DOM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11F1AB8-C6D9-D6EB-2823-698C9984E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Функция loadProducts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lang="ru-RU" sz="1800" b="1" i="0" dirty="0">
                <a:solidFill>
                  <a:srgbClr val="14B8A6"/>
                </a:solidFill>
                <a:latin typeface="Consolas"/>
              </a:rPr>
              <a:t> </a:t>
            </a:r>
            <a:endParaRPr sz="1800"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async function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loadProducts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() {
  const response = await fetch('/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api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/products');
  if (!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response.ok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) {
    throw new Error('Failed to load products');
  }
  const products = await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response.json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();
 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renderProducts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(products);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fetch() выполняет запрос к API.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response.ok проверяет успешный HTTP-статус.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response.json() получает массив товаров.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renderProducts() отвечает только за отображение.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Сетевую работу и работу с DOM удобно разделять.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Интеграция frontend и REST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Объект Response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6995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response.status содержит числовой HTTP-код.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response.ok равен true для успешных ответов 2xx.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response.json() читает тело как JSON.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Получение Response ещё не означает, что операция успешна.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Например, ответ 404 также приходит как объект Response.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28431" y="1490472"/>
            <a:ext cx="333756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2563EB"/>
                </a:solidFill>
                <a:latin typeface="Aptos"/>
              </a:rPr>
              <a:t>Главная идея</a:t>
            </a:r>
          </a:p>
          <a:p>
            <a:pPr>
              <a:spcBef>
                <a:spcPts val="600"/>
              </a:spcBef>
            </a:pPr>
            <a:r>
              <a:rPr sz="1800" b="1" i="0">
                <a:solidFill>
                  <a:srgbClr val="172033"/>
                </a:solidFill>
                <a:latin typeface="Aptos"/>
              </a:rPr>
              <a:t>Для HTTP-ошибок необходимо самостоятельно проверить response.ok или response.status.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Интеграция frontend и REST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Отображение товаров в DOM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lang="ru-RU" sz="1800" b="1" i="0" dirty="0">
                <a:solidFill>
                  <a:srgbClr val="14B8A6"/>
                </a:solidFill>
                <a:latin typeface="Consolas"/>
              </a:rPr>
              <a:t> </a:t>
            </a:r>
            <a:endParaRPr sz="1800"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function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renderProducts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(products) {
  const list =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document.querySelector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('#products');
 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list.innerHTML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= '';
  for (const product of products) {
    const item =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document.createElement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('li');
   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item.textContent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= `${product.name} — ${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product.price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} ₸`;
   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list.append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(item);
  }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Функция получает обычный массив объектов.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Список очищается перед повторным отображением.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Для каждого товара создаётся элемент li.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Данные API преобразуются в содержимое интерфейса.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Интеграция frontend и REST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Данные API становятся интерфейсом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71600"/>
            <a:ext cx="10195560" cy="31089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Запрос: GET /api/products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5230368" cy="429768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 algn="ctr">
              <a:spcAft>
                <a:spcPts val="500"/>
              </a:spcAft>
            </a:pPr>
            <a:r>
              <a:rPr lang="ru-RU" sz="1800" b="1" i="0" dirty="0">
                <a:solidFill>
                  <a:srgbClr val="14B8A6"/>
                </a:solidFill>
                <a:latin typeface="Consolas"/>
              </a:rPr>
              <a:t> </a:t>
            </a:r>
            <a:endParaRPr sz="1800" b="1" i="0" dirty="0">
              <a:solidFill>
                <a:srgbClr val="14B8A6"/>
              </a:solidFill>
              <a:latin typeface="Consolas"/>
            </a:endParaRPr>
          </a:p>
          <a:p>
            <a:pPr>
              <a:lnSpc>
                <a:spcPct val="100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[
  { "id": 1, "name": "Keyboard", "price": 15000 },
  { "id": 2, "name": "Mouse", "price": 8000 }
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956816"/>
            <a:ext cx="5230368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82512" y="2084832"/>
            <a:ext cx="4864607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4B8A6"/>
                </a:solidFill>
                <a:latin typeface="Aptos"/>
              </a:rPr>
              <a:t>Пояснение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5936" y="2542032"/>
            <a:ext cx="4937759" cy="360273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Frontend получает массив JSON и создаёт из него список или карточки товаров в DOM.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Интеграция frontend и REST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Загрузка товаров при открытии страницы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lang="ru-RU" sz="1800" b="1" i="0" dirty="0">
                <a:solidFill>
                  <a:srgbClr val="14B8A6"/>
                </a:solidFill>
                <a:latin typeface="Consolas"/>
              </a:rPr>
              <a:t> </a:t>
            </a:r>
            <a:endParaRPr sz="1800"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sz="1800" b="0" i="0" dirty="0" err="1">
                <a:solidFill>
                  <a:srgbClr val="F8FAFC"/>
                </a:solidFill>
                <a:latin typeface="Consolas"/>
              </a:rPr>
              <a:t>document.addEventListener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('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DOMContentLoaded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', () =&gt; {
 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loadProducts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();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DOMContentLoaded выполняется после построения DOM.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После загрузки страницы вызывается loadProducts().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Frontend получает актуальные данные с сервера.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Не нужно записывать товары непосредственно в HTML.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Интеграция frontend и REST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3. Создание данных через POST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Данные HTML-формы превращаются в JSON-запрос к REST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Интеграция frontend и REST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требуется для POST-запроса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Получить значения из элементов формы.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Сформировать JavaScript-объект товара.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Вызвать fetch() с method: 'POST'.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Передать заголовок Content-Type: application/json.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Преобразовать объект в строку через JSON.stringify().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Обработать созданный объект или ошибку API.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Интеграция frontend и REST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Форма добавления товара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lang="ru-RU" sz="1800" b="1" i="0" dirty="0">
                <a:solidFill>
                  <a:srgbClr val="14B8A6"/>
                </a:solidFill>
                <a:latin typeface="Consolas"/>
              </a:rPr>
              <a:t> </a:t>
            </a:r>
            <a:endParaRPr sz="1800"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&lt;form id="product-form"&gt;
  &lt;input id="name" placeholder="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Название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" required&gt;
  &lt;input id="price" type="number" placeholder="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Цена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" required&gt;
  &lt;input id="category" placeholder="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Категория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" required&gt;
  &lt;label&gt;
    &lt;input id="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inStock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" type="checkbox"&gt;
    В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наличии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
  &lt;/label&gt;
  &lt;button type="submit"&gt;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Добавить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&lt;/button&gt;
&lt;/form&gt;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Интеграция frontend и REST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Путь данных формы при POST-запросе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C73CB78-47D8-4AD1-8F9C-BEB073992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Получаем данные формы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7" y="1261872"/>
            <a:ext cx="7520203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lnSpc>
                <a:spcPct val="88000"/>
              </a:lnSpc>
            </a:pPr>
            <a:r>
              <a:rPr sz="1600" b="0" i="0" dirty="0">
                <a:solidFill>
                  <a:srgbClr val="F8FAFC"/>
                </a:solidFill>
                <a:latin typeface="Consolas"/>
              </a:rPr>
              <a:t>const product = {
  name: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document.querySelector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('#name').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value.trim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(),
  price: Number(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document.querySelector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('#price').value),
  category: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document.querySelector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('#category').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value.trim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(),
 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inStock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: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document.querySelector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('#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inStock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').checked
};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79739" y="1284879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80907" y="1515401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 dirty="0" err="1">
                <a:solidFill>
                  <a:srgbClr val="2563EB"/>
                </a:solidFill>
                <a:latin typeface="Aptos"/>
              </a:rPr>
              <a:t>Что</a:t>
            </a:r>
            <a:r>
              <a:rPr sz="1800" b="1" i="0" dirty="0">
                <a:solidFill>
                  <a:srgbClr val="2563EB"/>
                </a:solidFill>
                <a:latin typeface="Aptos"/>
              </a:rPr>
              <a:t> </a:t>
            </a:r>
            <a:r>
              <a:rPr sz="1800" b="1" i="0" dirty="0" err="1">
                <a:solidFill>
                  <a:srgbClr val="2563EB"/>
                </a:solidFill>
                <a:latin typeface="Aptos"/>
              </a:rPr>
              <a:t>важно</a:t>
            </a:r>
            <a:endParaRPr sz="1800" b="1" i="0" dirty="0">
              <a:solidFill>
                <a:srgbClr val="2563EB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471179" y="199221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value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возвращает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строковое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значение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поля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Для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price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выполняется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явное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преобразование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в Number.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checked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возвращает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boolean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Полученный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объект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соответствует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структуре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Product API.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Интеграция frontend и REST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Отправляем POST через fetch()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lang="ru-RU" sz="1800" b="1" i="0" dirty="0">
                <a:solidFill>
                  <a:srgbClr val="14B8A6"/>
                </a:solidFill>
                <a:latin typeface="Consolas"/>
              </a:rPr>
              <a:t> </a:t>
            </a:r>
            <a:endParaRPr sz="1800"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const response = await fetch('/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api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/products', {
  method: 'POST',
  headers: {
    'Content-Type': 'application/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json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'
  },
  body: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JSON.stringify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(product)
});
const result = await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response.json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method определяет HTTP-метод POST.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Content-Type сообщает серверу формат тела запроса.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JSON.stringify() превращает объект в JSON-строку.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express.json() на сервере снова превращает JSON в req.body.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result содержит созданный товар или сообщение об ошибке.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Интеграция frontend и REST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происходит после submit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Пользователь отправляет форму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Событие submit перехватывается клиентским JavaScript.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228088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154936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Frontend формирует объект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136648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Значения полей преобразуются в объект product.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047999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974847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fetch() отправляет POST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956559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JSON передаётся в POST /api/products.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3867911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794759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API валидирует и создаёт товар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3776471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Validation middleware проверяет данные, service выполняет Create.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4687823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614671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Frontend получает результат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4596383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При успехе API возвращает 201 Created и созданный объект.</a:t>
            </a:r>
          </a:p>
        </p:txBody>
      </p:sp>
      <p:sp>
        <p:nvSpPr>
          <p:cNvPr id="20" name="Oval 19"/>
          <p:cNvSpPr/>
          <p:nvPr/>
        </p:nvSpPr>
        <p:spPr>
          <a:xfrm>
            <a:off x="804672" y="5507736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543458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Интерфейс обновляется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5416296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Frontend повторно загружает список товаров или добавляет созданный объект в DOM.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Интеграция frontend и REST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Обработчик submit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lang="ru-RU" sz="1800" b="1" i="0" dirty="0">
                <a:solidFill>
                  <a:srgbClr val="14B8A6"/>
                </a:solidFill>
                <a:latin typeface="Consolas"/>
              </a:rPr>
              <a:t> </a:t>
            </a:r>
            <a:endParaRPr sz="1800"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sz="1800" b="0" i="0" dirty="0" err="1">
                <a:solidFill>
                  <a:srgbClr val="F8FAFC"/>
                </a:solidFill>
                <a:latin typeface="Consolas"/>
              </a:rPr>
              <a:t>form.addEventListener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('submit', async (event) =&gt; {
 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event.preventDefault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();
  const product =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getProductFromForm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();
  await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createProduct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(product);
 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form.reset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();
  await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loadProducts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();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preventDefault() отменяет стандартную отправку HTML-формы.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getProductFromForm() получает данные пользователя.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createProduct() отправляет запрос к API.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reset() очищает форму.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loadProducts() обновляет интерфейс после изменения данных.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Интеграция frontend и REST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4. Изменение и удаление 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PATCH и DELETE вызываются непосредственно из действий пользователя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Интеграция frontend и REST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Как связать кнопку с конкретным товаром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Каждая карточка товара содержит его id.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Кнопке можно добавить data-id.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Обработчик события получает id выбранного товара.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 этому id формируется URL /api/products/:id.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Один и тот же код работает для любого элемента списка.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Интеграция frontend и REST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Кнопки товара с data-id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lang="ru-RU" sz="1800" b="1" i="0" dirty="0">
                <a:solidFill>
                  <a:srgbClr val="14B8A6"/>
                </a:solidFill>
                <a:latin typeface="Consolas"/>
              </a:rPr>
              <a:t> </a:t>
            </a:r>
            <a:endParaRPr sz="1800"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&lt;button class="edit-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btn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" data-id="15"&gt;
 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Изменить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
&lt;/button&gt;
&lt;button class="delete-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btn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" data-id="15"&gt;
 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Удалить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
&lt;/button&gt;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data-id хранит идентификатор ресурса.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JavaScript может получить его через element.dataset.id.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id связывает DOM-элемент с конкретным ресурсом REST API.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Интеграция frontend и REST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PATCH-запрос из frontend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lang="ru-RU" sz="1800" b="1" i="0" dirty="0">
                <a:solidFill>
                  <a:srgbClr val="14B8A6"/>
                </a:solidFill>
                <a:latin typeface="Consolas"/>
              </a:rPr>
              <a:t> </a:t>
            </a:r>
            <a:endParaRPr sz="1800"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async function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updateProduct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(id, changes) {
  const response = await fetch(`/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api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/products/${id}`, {
    method: 'PATCH',
    headers: {
      'Content-Type': 'application/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json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'
    },
    body: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JSON.stringify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(changes)
  });
  if (!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response.ok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) {
    throw new Error('Failed to update product');
  }
  return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response.json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();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id включается в URL конкретного ресурса.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changes содержит только изменяемые поля.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PATCH выполняет частичное обновление.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Функция возвращает обновлённый объект.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Интеграция frontend и REST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Редактирование товара через PATCH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750309F-310C-6DEB-0794-B30106E9DE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Изменение только цены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71600"/>
            <a:ext cx="10195560" cy="31089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Запрос: PATCH /api/products/15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6446520" cy="429768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 algn="ctr">
              <a:spcAft>
                <a:spcPts val="500"/>
              </a:spcAft>
            </a:pPr>
            <a:r>
              <a:rPr lang="ru-RU" sz="1800" b="1" i="0" dirty="0">
                <a:solidFill>
                  <a:srgbClr val="14B8A6"/>
                </a:solidFill>
                <a:latin typeface="Consolas"/>
              </a:rPr>
              <a:t> </a:t>
            </a:r>
            <a:endParaRPr sz="1800" b="1" i="0" dirty="0">
              <a:solidFill>
                <a:srgbClr val="14B8A6"/>
              </a:solidFill>
              <a:latin typeface="Consolas"/>
            </a:endParaRPr>
          </a:p>
          <a:p>
            <a:pPr>
              <a:lnSpc>
                <a:spcPct val="100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{
  "price": 42000
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956816"/>
            <a:ext cx="4023360" cy="170992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>
              <a:lnSpc>
                <a:spcPct val="100000"/>
              </a:lnSpc>
            </a:pPr>
            <a:r>
              <a:rPr sz="1400" b="0" i="0" dirty="0">
                <a:solidFill>
                  <a:srgbClr val="F8FAFC"/>
                </a:solidFill>
                <a:latin typeface="Consolas"/>
              </a:rPr>
              <a:t>{
  "id": 15,
  "name": "SSD 1TB",
  "price": 42000,
  "category": "Components",
  "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inStock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": true
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3666744"/>
            <a:ext cx="4023360" cy="25877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19" y="3794759"/>
            <a:ext cx="3657600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4B8A6"/>
                </a:solidFill>
                <a:latin typeface="Aptos"/>
              </a:rPr>
              <a:t>Пояснение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52944" y="4251959"/>
            <a:ext cx="3730752" cy="18928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Frontend отправляет только изменённое поле, а API возвращает актуальное состояние ресурса.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Интеграция frontend и REST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DELETE-запрос из frontend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lang="ru-RU" sz="1800" b="1" i="0" dirty="0">
                <a:solidFill>
                  <a:srgbClr val="14B8A6"/>
                </a:solidFill>
                <a:latin typeface="Consolas"/>
              </a:rPr>
              <a:t> </a:t>
            </a:r>
            <a:endParaRPr sz="1800"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async function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deleteProduct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(id) {
  const response = await fetch(`/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api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/products/${id}`, {
    method: 'DELETE'
  });
  if (!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response.ok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) {
    throw new Error('Failed to delete product');
  }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URL содержит id удаляемого товара.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Тело запроса для этой операции не требуется.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После успешного удаления интерфейс необходимо синхронизировать с сервером.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Можно повторно вызвать loadProducts().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Интеграция frontend и REST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Удаление товара из интерфейса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Пользователь нажимает «Удалить»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Кнопка содержит data-id выбранного товара.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392070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18918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Frontend получает 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300630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JavaScript читает идентификатор через dataset.id.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375964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02812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Отправляется DELETE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284524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fetch() выполняет DELETE /api/products/:id.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359859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286707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Backend удаляет ресурс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4268419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Route → Controller → Service выполняют операцию Delete.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5343753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270601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Frontend обновляет список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5252313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После успешного ответа loadProducts() получает актуальное состояние коллекции.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Интеграция frontend и REST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Путь DELETE-запроса от кнопки до обновления DOM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0C22221-8E69-95E4-98C6-238D74B08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Сервер — источник актуального состояния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6995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Frontend показывает данные, полученные от API.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После Create, Update или Delete состояние на сервере изменяется.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Интерфейс необходимо синхронизировать с новым состоянием.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Самый простой учебный вариант — повторно вызвать GET /api/products.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Позже можно оптимизировать интерфейс и изменять локальное состояние без полного повторного запроса.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28431" y="1490472"/>
            <a:ext cx="333756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2563EB"/>
                </a:solidFill>
                <a:latin typeface="Aptos"/>
              </a:rPr>
              <a:t>Главная идея</a:t>
            </a:r>
          </a:p>
          <a:p>
            <a:pPr>
              <a:spcBef>
                <a:spcPts val="600"/>
              </a:spcBef>
            </a:pPr>
            <a:r>
              <a:rPr sz="1800" b="1" i="0">
                <a:solidFill>
                  <a:srgbClr val="172033"/>
                </a:solidFill>
                <a:latin typeface="Aptos"/>
              </a:rPr>
              <a:t>Не следует считать DOM самостоятельным источником данных — сервер хранит состояние приложения.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Интеграция frontend и REST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5. Ошибки и организация клиентского кода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Frontend должен обрабатывать не только успешные ответы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Интеграция frontend и REST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fetch() и HTTP-ошибки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fetch() возвращает Response даже при HTTP-ответе 400 или 404.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Поэтому одного try/catch недостаточно для проверки результата API.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Нужно проверить response.ok.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При ошибке можно прочитать JSON-сообщение сервера.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После этого frontend показывает понятное сообщение пользователю.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Интеграция frontend и REST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Обработка ошибки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lang="ru-RU" sz="1800" b="1" i="0" dirty="0">
                <a:solidFill>
                  <a:srgbClr val="14B8A6"/>
                </a:solidFill>
                <a:latin typeface="Consolas"/>
              </a:rPr>
              <a:t> </a:t>
            </a:r>
            <a:endParaRPr sz="1800"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async function request(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url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, options = {}) {
  const response = await fetch(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url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, options);
  const data = await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response.json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();
  if (!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response.ok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) {
    throw new Error(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data.message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|| 'Request failed');
  }
  return data;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Response читается как JSON.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response.ok определяет успешность HTTP-операции.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Сообщение backend можно преобразовать в Error.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Одна функция request() позволяет не повторять одинаковую проверку.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Интеграция frontend и REST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try/catch в интерфейсе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lang="ru-RU" sz="1800" b="1" i="0" dirty="0">
                <a:solidFill>
                  <a:srgbClr val="14B8A6"/>
                </a:solidFill>
                <a:latin typeface="Consolas"/>
              </a:rPr>
              <a:t> </a:t>
            </a:r>
            <a:endParaRPr sz="1800"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try {
  await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createProduct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(product);
  await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loadProducts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();
 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showMessage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('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Товар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добавлен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');
} catch (error) {
 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showError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error.message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);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Успешный путь обновляет данные и интерфейс.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Ошибка перехватывается в одном месте.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Пользователь получает понятное сообщение.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Техническую ошибку можно дополнительно записать в console.error().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Интеграция frontend и REST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Состояния клиентского интерфейса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2313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50976" y="1554480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98448" y="1481328"/>
            <a:ext cx="4517136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Loading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066543"/>
            <a:ext cx="4809744" cy="1417319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Запрос выполняется — показать загрузку или временно отключить кнопку.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2313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400799" y="1554480"/>
            <a:ext cx="256032" cy="25603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48271" y="1481328"/>
            <a:ext cx="4517136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Success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066543"/>
            <a:ext cx="4809744" cy="1417319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Операция выполнена — обновить DOM и показать результат.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886200"/>
            <a:ext cx="5248655" cy="2313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50976" y="4087368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98448" y="4014215"/>
            <a:ext cx="4517136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Empty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4599432"/>
            <a:ext cx="4809744" cy="1417319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Сервер вернул пустую коллекцию — показать сообщение «Товаров нет».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1" y="3886200"/>
            <a:ext cx="5248655" cy="2313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00799" y="4087368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48271" y="4014215"/>
            <a:ext cx="4517136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Error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4599432"/>
            <a:ext cx="4809744" cy="1417319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Запрос завершился ошибкой — показать понятное сообщение пользователю.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Интеграция frontend и REST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Минимальная структура frontend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lang="ru-RU" sz="1800" b="1" i="0" dirty="0">
                <a:solidFill>
                  <a:srgbClr val="14B8A6"/>
                </a:solidFill>
                <a:latin typeface="Consolas"/>
              </a:rPr>
              <a:t> </a:t>
            </a:r>
            <a:endParaRPr sz="1800"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public/
├── index.html
├──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css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/
│   └── style.css
└──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js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/
    ├── api.js
    ├── ui.js
    └── app.js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Интеграция frontend и REST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Разделение клиентского JavaScript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0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0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65860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Файл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Ответственность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58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api.js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fetch(), GET, POST, PATCH, DELETE и работа с Response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58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ui.js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Создание DOM-элементов и сообщения пользователю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58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app.js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События страницы и координация API с интерфейсом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Интеграция frontend и REST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Полный цикл Frontend ↔ REST API ↔ DOM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8D89580-F79C-8A9C-FE97-73C7844B2C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Если frontend и API работают на разных origin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Origin определяется сочетанием протокола, хоста и порта.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Например, localhost:5500 и localhost:3000 имеют разные origin из-за разных портов.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cross-origin запросов браузер применяет правила CORS.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Настройку CORS и безопасное взаимодействие frontend/backend подробно рассмотрим в РО 4.4.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 текущей лабораторной frontend и API работают с одного Express-сервера.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Интеграция frontend и REST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Мини-практика: подключите страницу к Product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71600"/>
            <a:ext cx="10195560" cy="31089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Создайте страницу, которая загружает товары из REST API и позволяет добавить и удалить товар.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5230368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084832"/>
            <a:ext cx="4864607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Задание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542032"/>
            <a:ext cx="4937759" cy="360273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Подключить каталог public через express.static()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Создать HTML-список товаров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Реализовать loadProducts() через GET /api/products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Отобразить товары в DOM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Создать форму добавления товара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Отправить POST /api/products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Добавить кнопки удаления с data-id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Выполнить DELETE /api/products/:id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Обработать response.ok и ошибки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956816"/>
            <a:ext cx="5230368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82512" y="2084832"/>
            <a:ext cx="4864607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4B8A6"/>
                </a:solidFill>
                <a:latin typeface="Aptos"/>
              </a:rPr>
              <a:t>Критерии проверки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5936" y="2542032"/>
            <a:ext cx="4937759" cy="360273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Товары загружаются с backend, а не записаны в HTML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После POST новый товар появляется в интерфейсе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DELETE удаляет выбранный товар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После операций DOM соответствует данным API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Ошибки API показываются пользователю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Интеграция frontend и REST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Контрольные вопросы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1. Какую роль REST API выполняет между frontend и backend?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2. Что возвращает функция fetch()?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3. Зачем вызывается response.json()?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4. Почему необходимо проверять response.ok?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5. Что делает JSON.stringify() при POST-запросе?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6. Зачем указывать Content-Type: application/json?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7. Как связать кнопку редактирования или удаления с id товара?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8. Почему после CRUD-операции интерфейс необходимо синхронизировать с сервером?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9. Чем отличаются обязанности api.js и ui.js?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10. Почему frontend на другом порту может потребовать настройки CORS?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Интеграция frontend и REST 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Итоги занятия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39903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9903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Frontend взаимодействует с backend через HTTP-запросы к REST API.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560320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560320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fetch() позволяет выполнять GET, POST, PATCH и DELETE из браузерного JavaScript.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721608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721608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response.json() преобразует JSON-ответ сервера в JavaScript-данные.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882896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882896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HTML-форма может быть преобразована в объект и отправлена как JSON через POST.</a:t>
            </a:r>
          </a:p>
        </p:txBody>
      </p:sp>
      <p:sp>
        <p:nvSpPr>
          <p:cNvPr id="13" name="Oval 12"/>
          <p:cNvSpPr/>
          <p:nvPr/>
        </p:nvSpPr>
        <p:spPr>
          <a:xfrm>
            <a:off x="6199632" y="139903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21424" y="139903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id ресурса связывает элементы интерфейса с endpoints /api/products/:id.</a:t>
            </a:r>
          </a:p>
        </p:txBody>
      </p:sp>
      <p:sp>
        <p:nvSpPr>
          <p:cNvPr id="15" name="Oval 14"/>
          <p:cNvSpPr/>
          <p:nvPr/>
        </p:nvSpPr>
        <p:spPr>
          <a:xfrm>
            <a:off x="6199632" y="2560320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1424" y="2560320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response.ok необходимо проверять отдельно, потому что HTTP-ошибка не равна сетевой ошибке fetch().</a:t>
            </a:r>
          </a:p>
        </p:txBody>
      </p:sp>
      <p:sp>
        <p:nvSpPr>
          <p:cNvPr id="17" name="Oval 16"/>
          <p:cNvSpPr/>
          <p:nvPr/>
        </p:nvSpPr>
        <p:spPr>
          <a:xfrm>
            <a:off x="6199632" y="3721608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1424" y="3721608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После CRUD-операций frontend должен синхронизировать DOM с актуальными данными сервера.</a:t>
            </a:r>
          </a:p>
        </p:txBody>
      </p:sp>
      <p:sp>
        <p:nvSpPr>
          <p:cNvPr id="19" name="Oval 18"/>
          <p:cNvSpPr/>
          <p:nvPr/>
        </p:nvSpPr>
        <p:spPr>
          <a:xfrm>
            <a:off x="6199632" y="4882896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21424" y="4882896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Разделение api.js, ui.js и app.js делает клиентский код понятнее и удобнее для развития.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Интеграция frontend и REST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3660</Words>
  <Application>Microsoft Office PowerPoint</Application>
  <PresentationFormat>Широкоэкранный</PresentationFormat>
  <Paragraphs>470</Paragraphs>
  <Slides>50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50</vt:i4>
      </vt:variant>
    </vt:vector>
  </HeadingPairs>
  <TitlesOfParts>
    <vt:vector size="55" baseType="lpstr">
      <vt:lpstr>Aptos</vt:lpstr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Интеграция REST API с клиентским приложением</dc:title>
  <dc:subject>Связь frontend с Express REST API через Fetch API и выполнение CRUD-операций из браузера</dc:subject>
  <dc:creator/>
  <cp:keywords/>
  <dc:description>generated using python-pptx</dc:description>
  <cp:lastModifiedBy>user</cp:lastModifiedBy>
  <cp:revision>3</cp:revision>
  <dcterms:created xsi:type="dcterms:W3CDTF">2013-01-27T09:14:16Z</dcterms:created>
  <dcterms:modified xsi:type="dcterms:W3CDTF">2026-09-20T12:39:23Z</dcterms:modified>
  <cp:category/>
</cp:coreProperties>
</file>