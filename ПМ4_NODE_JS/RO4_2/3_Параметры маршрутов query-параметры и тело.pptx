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Параметры маршрутов, query-параметры и тело 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Express получает данные, переданные клиентом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Различать параметры маршрута, query-параметры и тело запроса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динамические маршруты с параметрами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 dirty="0" err="1">
                <a:solidFill>
                  <a:srgbClr val="172033"/>
                </a:solidFill>
                <a:latin typeface="Aptos"/>
              </a:rPr>
              <a:t>Получать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req.params</a:t>
            </a:r>
            <a:endParaRPr sz="17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Получать параметры строки запроса через req.query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Принимать JSON через req.body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Использовать express.json() для обработки JSON-тела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 dirty="0" err="1">
                <a:solidFill>
                  <a:srgbClr val="172033"/>
                </a:solidFill>
                <a:latin typeface="Aptos"/>
              </a:rPr>
              <a:t>Выбирать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подходящий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способ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передачи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зависимости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задачи</a:t>
            </a:r>
            <a:endParaRPr sz="17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97180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5384" y="1344386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внутри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запроса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5384" y="1880497"/>
            <a:ext cx="1975104" cy="10772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Какими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способами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клиент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передаёт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информацию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серверу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10127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3264850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Параметры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маршрута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87168" y="3895344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Динамические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сегменты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URL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объект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req.params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247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1417320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Query-параметры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856232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Фильтрация, поиск, сортировка и объект req.query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8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3315547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>
                <a:solidFill>
                  <a:srgbClr val="172033"/>
                </a:solidFill>
                <a:latin typeface="Aptos"/>
              </a:rPr>
              <a:t>Тело HTTP-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запроса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16368" y="3794980"/>
            <a:ext cx="1975104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>
                <a:solidFill>
                  <a:srgbClr val="64748B"/>
                </a:solidFill>
                <a:latin typeface="Aptos"/>
              </a:rPr>
              <a:t>JSON,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express.json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()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объект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req.body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539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62836" y="1037844"/>
            <a:ext cx="1865376" cy="10772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Совместное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использование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params, query и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5844" y="1927913"/>
            <a:ext cx="1975104" cy="10772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Выбор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источника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данных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при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проектировании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Данные внутри HTTP-запроса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Где клиент может разместить данные, необходимые серверу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Маршруту часто нужны дополнительные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256993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GET /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/products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сообщает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серверу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адрес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понадобиться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конкретный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категория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диапазон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цен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создании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серверу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получить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название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цену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другие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передавать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несколькими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способами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предоставляет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отдельные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объекта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1" i="0" dirty="0">
                <a:solidFill>
                  <a:srgbClr val="172033"/>
                </a:solidFill>
                <a:latin typeface="Aptos"/>
              </a:rPr>
              <a:t>req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разных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источников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основных источника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req.params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120032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Значения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динамических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сегментов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пути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Обычно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идентифицируют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конкретный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ресурс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req.query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120032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Параметры после символа ?. Обычно управляют фильтрацией, поиском, сортировкой и пагинацией.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req.body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120032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Данные внутри тела запроса. Обычно используются при создании и изменении ресурсов.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 dirty="0" err="1">
                <a:solidFill>
                  <a:srgbClr val="172033"/>
                </a:solidFill>
                <a:latin typeface="Aptos"/>
              </a:rPr>
              <a:t>Три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способа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передать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в Express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74054E-7814-0644-5193-37A409B1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 ресурс — разные способы передачи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041420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Задача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HTTP-запрос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Где данные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товар №5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/api/products/5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req.params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Товары категории laptops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/api/products?category=laptops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req.query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 /api/products + 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Изменить цену товара №5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PATCH /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api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/products/5 + 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req.params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+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req.body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Важно разделять назначение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Параметр маршрута обычно отвечает на вопрос «какой ресурс?».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Query-параметр обычно уточняет «как получить или представить данные?».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Тело запроса обычно содержит «какие данные создать или изменить?».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Технически возможны разные варианты, но единообразный API проще использовать и поддерживать.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Выбор params, query или body должен отражать смысл запроса.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Параметры маршрута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динамический URL и получаем значение через req.params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статических маршрутов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Каталог может содержать сотни или тысячи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Создавать отдельный маршрут /products/1, /products/2, /products/3 невозможно.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Нужен один маршрут, способный принимать разные идентификаторы.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этого Express поддерживает параметры маршрута.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Динамический параметр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/products/:id",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req.params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Символ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>
                <a:solidFill>
                  <a:srgbClr val="002060"/>
                </a:solidFill>
                <a:latin typeface="Aptos"/>
              </a:rPr>
              <a:t>: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обозначает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именованный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случае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называется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месте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:id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конкретное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помещает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найденное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req.params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значение из URL попадает в req.params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8FAB45-5895-1403-7C1C-26E7FD7C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находится в req.params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/products/:id", (req, res) =&gt; {
  console.log(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req.params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req.params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{
  "id": "15"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Значение параметра приходит как строка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const id = Number(req.params.id);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20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20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4917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текстовым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представлением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req.params.id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строку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например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"15".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идентификаторы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представлены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числами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преобразования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Number().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Ищем товар по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/products/:id", (req, res) =&gt; {
  const id = Number(req.params.id);
  const product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 =&gt; p.id === id);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20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20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req.params.id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Number()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число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find()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ищет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элемент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соответствующим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идентификатором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Найденный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Если товар не найден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if (!product) {
  return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(404).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
    message: "Product not found"
  });
}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4917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найти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указанным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случае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сообщить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отсутствующего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404 Not Found.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return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завершает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Полный маршрут получения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/products/:id", (req, res) =&gt; {
  const id = Number(req.params.id);
  const product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 =&gt; p.id === id);
  if (!product) {
    return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(404).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({
      message: "Product not found"
    });
  }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Несколько параметров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/categories/3/products/12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/categories/: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categoryId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/products/: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",
  (req, res) =&gt; {
    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E2E8F0"/>
                </a:solidFill>
                <a:latin typeface="Consolas"/>
              </a:rPr>
              <a:t>req.params</a:t>
            </a:r>
            <a:r>
              <a:rPr sz="1400" b="0" i="0" dirty="0">
                <a:solidFill>
                  <a:srgbClr val="E2E8F0"/>
                </a:solidFill>
                <a:latin typeface="Consolas"/>
              </a:rPr>
              <a:t>);
  }
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{
  "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categoryId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": "3",
  "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productId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": "12"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Где полезны параметры маршрута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51571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Маршрут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Параметр</a:t>
                      </a:r>
                      <a:endParaRPr sz="20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Конкретный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/users/:id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Конкретный пользователь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/orders/: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orderId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orderId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Конкретный заказ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/categories/:categoryId/products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categoryId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Товары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конкретной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категории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Query-параметры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Передаём дополнительные настройки запроса после символа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query string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Query string — часть URL после символа ?, содержащая набор параметров в формате имя=значение.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Query-параметры не меняют основной путь маршрута.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Они позволяют уточнить условия получения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Несколько параметров разделяются символом &amp;.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предоставляет их через объект req.query.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Анатомия URL с query-параметрами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7B4726-6C2B-5F7A-94FF-8FFA8E2D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 query-параметр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products?category</a:t>
            </a:r>
            <a:r>
              <a:rPr b="1" i="0" dirty="0">
                <a:solidFill>
                  <a:srgbClr val="172033"/>
                </a:solidFill>
                <a:latin typeface="Aptos"/>
              </a:rPr>
              <a:t>=laptops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res) =&gt; {
  console.log(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{
  "category": "laptops"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Несколько query-параметров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products?category</a:t>
            </a:r>
            <a:r>
              <a:rPr b="1" i="0" dirty="0">
                <a:solidFill>
                  <a:srgbClr val="172033"/>
                </a:solidFill>
                <a:latin typeface="Aptos"/>
              </a:rPr>
              <a:t>=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laptops&amp;inStock</a:t>
            </a:r>
            <a:r>
              <a:rPr b="1" i="0" dirty="0">
                <a:solidFill>
                  <a:srgbClr val="172033"/>
                </a:solidFill>
                <a:latin typeface="Aptos"/>
              </a:rPr>
              <a:t>=true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{
  "category": "laptops",
  "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": "true"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103120"/>
            <a:ext cx="4864607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414016"/>
            <a:ext cx="4937759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собирает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строки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req.query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простых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query-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приходят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строки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отдельное значение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res) =&gt; {
  const category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req.query.category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 category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req.query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строки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соответствует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имени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соответствующее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Наличие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query-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проверять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применением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фильтра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товаров по категории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res) =&gt; {
  const { category }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;
  let result = products;
  if (category) {
    result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result.filter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
      p =&gt;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p.category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=== category
    );
  }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(result);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category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весь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каталог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фильтруется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остаётся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способ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формирования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результата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по наличию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if 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!== undefined) {
  const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=== "true";
  result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result.filter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
    p =&gt;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p.inStock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===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Строка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"true"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логическим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true.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query-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преобразования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сравнивать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полем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inStock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Приведение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типов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ответственность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по цене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products?minPrice</a:t>
            </a:r>
            <a:r>
              <a:rPr b="1" i="0" dirty="0">
                <a:solidFill>
                  <a:srgbClr val="172033"/>
                </a:solidFill>
                <a:latin typeface="Aptos"/>
              </a:rPr>
              <a:t>=10000&amp;maxPrice=50000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const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minPrice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 Number(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req.query.minPrice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const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maxPrice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 Number(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req.query.maxPrice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result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result.filter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 =&gt;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product.price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&gt;=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minPrice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&amp;&amp;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product.price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&lt;=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maxPrice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
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2103120"/>
            <a:ext cx="365760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414016"/>
            <a:ext cx="3730752" cy="12439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Поскольку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текстом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числовыми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сравнениями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задачи query-параметров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Фильтрация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 dirty="0">
                <a:solidFill>
                  <a:srgbClr val="64748B"/>
                </a:solidFill>
                <a:latin typeface="Aptos"/>
              </a:rPr>
              <a:t>?category=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laptops&amp;inStock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=true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?search=keyboard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Сортировка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?sort=price&amp;order=asc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Пагинация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?page=2&amp;limit=20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 params и Query params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Route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Находятся внутри пути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Обычно идентифицируют ресурс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Влияют на форму маршрута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Пример: /products/15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Доступ: req.params.id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Query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Находятся после символа 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Обычно уточняют выдачу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Основной путь не меняется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Пример: /products?category=laptops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700" b="0" i="0">
                <a:solidFill>
                  <a:srgbClr val="172033"/>
                </a:solidFill>
                <a:latin typeface="Aptos"/>
              </a:rPr>
              <a:t>Доступ: req.query.category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Тело HTTP-запроса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Передаём серверу данные для создания и изменения ресурсов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Когда нужен request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создании товара необходимо передать сразу несколько его свойств.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Помещать название, цену, категорию и другие поля непосредственно в URL неудобно.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HTTP-запрос может содержать отдельное тело с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REST API часто принимает тело в формате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предоставляет разобранные данные через req.body.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JSON-тело 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: POST /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{
  "name": "Monitor",
  "price": 85000,
  "category": "Monitors",
  "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inStock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2103120"/>
            <a:ext cx="365760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414016"/>
            <a:ext cx="3730752" cy="12439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а 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указывает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какому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API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относится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операция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 должен разобрать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089316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27160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488239"/>
            <a:ext cx="3319272" cy="494058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Тело HTTP-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поступает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поток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байтов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преобразовать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в JavaScript-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JSON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встроенный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middleware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7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Middleware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подключить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использующих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.</a:t>
            </a:r>
            <a:endParaRPr lang="ru-RU" sz="17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lang="ru-RU" sz="1700" b="1" dirty="0">
                <a:solidFill>
                  <a:srgbClr val="2563EB"/>
                </a:solidFill>
                <a:latin typeface="Aptos"/>
              </a:rPr>
              <a:t>• </a:t>
            </a:r>
            <a:r>
              <a:rPr lang="ru-RU" sz="1700" dirty="0">
                <a:solidFill>
                  <a:srgbClr val="172033"/>
                </a:solidFill>
                <a:latin typeface="Aptos"/>
              </a:rPr>
              <a:t>Эта строка "говорит" Express: Если клиент прислал HTTP-запрос с JSON в теле (</a:t>
            </a:r>
            <a:r>
              <a:rPr lang="ru-RU" sz="1700" dirty="0" err="1">
                <a:solidFill>
                  <a:srgbClr val="172033"/>
                </a:solidFill>
                <a:latin typeface="Aptos"/>
              </a:rPr>
              <a:t>body</a:t>
            </a:r>
            <a:r>
              <a:rPr lang="ru-RU" sz="1700" dirty="0">
                <a:solidFill>
                  <a:srgbClr val="172033"/>
                </a:solidFill>
                <a:latin typeface="Aptos"/>
              </a:rPr>
              <a:t>), </a:t>
            </a:r>
            <a:r>
              <a:rPr lang="ru-RU" sz="1700" dirty="0" err="1">
                <a:solidFill>
                  <a:srgbClr val="172033"/>
                </a:solidFill>
                <a:latin typeface="Aptos"/>
              </a:rPr>
              <a:t>распарсь</a:t>
            </a:r>
            <a:r>
              <a:rPr lang="ru-RU" sz="1700" dirty="0">
                <a:solidFill>
                  <a:srgbClr val="172033"/>
                </a:solidFill>
                <a:latin typeface="Aptos"/>
              </a:rPr>
              <a:t> этот JSON и положи получившийся JavaScript-объект в </a:t>
            </a:r>
            <a:r>
              <a:rPr lang="ru-RU" sz="1700" dirty="0" err="1">
                <a:solidFill>
                  <a:srgbClr val="172033"/>
                </a:solidFill>
                <a:latin typeface="Aptos"/>
              </a:rPr>
              <a:t>req.body</a:t>
            </a:r>
            <a:endParaRPr lang="ru-RU" sz="170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JSON из HTTP-запроса превращается в req.body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18D5B6-EEE6-FCB7-1A68-1542CD57F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Читаем req.body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lang="en-US" sz="1200" b="1" dirty="0">
              <a:solidFill>
                <a:srgbClr val="14B8A6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lang="en-US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lang="en-US" dirty="0">
                <a:solidFill>
                  <a:srgbClr val="E2E8F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lang="en-US" dirty="0">
                <a:solidFill>
                  <a:srgbClr val="E2E8F0"/>
                </a:solidFill>
                <a:latin typeface="Consolas"/>
              </a:rPr>
              <a:t>());</a:t>
            </a:r>
          </a:p>
          <a:p>
            <a:pPr algn="l">
              <a:spcAft>
                <a:spcPts val="400"/>
              </a:spcAft>
            </a:pPr>
            <a:endParaRPr sz="12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res) =&gt; {
  console.log(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POST-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разбирает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входной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Полученный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становится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доступен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дальнейшей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логики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товар из req.body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(req, res) =&gt; {
  const product = {
    id: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products.length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+ 1,
    ...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
  };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products.push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самостоятельно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идентификатор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Оператор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...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добавляет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добавляется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201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сообщает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Данные клиента нельзя считать доверенными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не передать обязательное поле.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Вместо числа может прийти строка или другое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передать дополнительные неожиданные свойства.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 использованием req.body данные должны проверяться.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Полноценную серверную валидацию рассмотрим в отдельной лекции.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req.params, req.query и req.body — внешние данные. Их необходимо проверять до использования в бизнес-логике.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PATCH: id в params, изменения в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r>
              <a:rPr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/products/:id", (req, res) =&gt; {
  const id = Number(req.params.id);
  const product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 =&gt; p.id === id);
</a:t>
            </a:r>
            <a:r>
              <a:rPr lang="ru-RU" dirty="0"/>
              <a:t> </a:t>
            </a:r>
            <a:r>
              <a:rPr lang="en-US" dirty="0"/>
              <a:t>  </a:t>
            </a:r>
            <a:r>
              <a:rPr lang="ru-RU" dirty="0"/>
              <a:t> </a:t>
            </a: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product</a:t>
            </a:r>
            <a:r>
              <a:rPr lang="ru-RU" dirty="0"/>
              <a:t>) {</a:t>
            </a:r>
          </a:p>
          <a:p>
            <a:r>
              <a:rPr lang="ru-RU" dirty="0"/>
              <a:t>    </a:t>
            </a:r>
            <a:r>
              <a:rPr lang="en-US" dirty="0"/>
              <a:t>    </a:t>
            </a:r>
            <a:r>
              <a:rPr lang="ru-RU" dirty="0" err="1"/>
              <a:t>return</a:t>
            </a:r>
            <a:r>
              <a:rPr lang="ru-RU" dirty="0"/>
              <a:t> </a:t>
            </a:r>
            <a:r>
              <a:rPr lang="ru-RU" dirty="0" err="1"/>
              <a:t>res.status</a:t>
            </a:r>
            <a:r>
              <a:rPr lang="ru-RU" dirty="0"/>
              <a:t>(404).</a:t>
            </a:r>
            <a:r>
              <a:rPr lang="ru-RU" dirty="0" err="1"/>
              <a:t>json</a:t>
            </a:r>
            <a:r>
              <a:rPr lang="ru-RU" dirty="0"/>
              <a:t>({ </a:t>
            </a:r>
            <a:r>
              <a:rPr lang="ru-RU" dirty="0" err="1"/>
              <a:t>message</a:t>
            </a:r>
            <a:r>
              <a:rPr lang="ru-RU" dirty="0"/>
              <a:t>: "Товар не найден" });</a:t>
            </a:r>
          </a:p>
          <a:p>
            <a:r>
              <a:rPr lang="ru-RU" dirty="0"/>
              <a:t> </a:t>
            </a:r>
            <a:r>
              <a:rPr lang="en-US" dirty="0"/>
              <a:t>   </a:t>
            </a:r>
            <a:r>
              <a:rPr lang="ru-RU" dirty="0"/>
              <a:t> }</a:t>
            </a: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Object.assign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2" y="1759544"/>
            <a:ext cx="3319272" cy="451149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req.params.id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определяет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одновременно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источника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lang="ru-RU" b="1" i="1" dirty="0">
                <a:solidFill>
                  <a:srgbClr val="2563EB"/>
                </a:solidFill>
                <a:latin typeface="Aptos"/>
              </a:rPr>
              <a:t>• </a:t>
            </a:r>
            <a:r>
              <a:rPr lang="en-US" dirty="0" err="1">
                <a:solidFill>
                  <a:srgbClr val="172033"/>
                </a:solidFill>
                <a:latin typeface="Aptos"/>
              </a:rPr>
              <a:t>Object.assign</a:t>
            </a:r>
            <a:r>
              <a:rPr lang="en-US" dirty="0">
                <a:solidFill>
                  <a:srgbClr val="172033"/>
                </a:solidFill>
                <a:latin typeface="Aptos"/>
              </a:rPr>
              <a:t> </a:t>
            </a:r>
            <a:r>
              <a:rPr lang="ru-RU" dirty="0">
                <a:solidFill>
                  <a:srgbClr val="172033"/>
                </a:solidFill>
                <a:latin typeface="Aptos"/>
              </a:rPr>
              <a:t>копирует переданные свойства в найденный объект</a:t>
            </a:r>
            <a:endParaRPr lang="en-US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1" dirty="0">
                <a:solidFill>
                  <a:srgbClr val="2563EB"/>
                </a:solidFill>
                <a:latin typeface="Aptos"/>
              </a:rPr>
              <a:t>•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реальном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Object.assign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наличие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валидировать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body.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Совместное использование params, query и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Выбираем источник данных по смыслу операции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 dirty="0">
                <a:solidFill>
                  <a:srgbClr val="172033"/>
                </a:solidFill>
                <a:latin typeface="Aptos"/>
              </a:rPr>
              <a:t>Params, Query и Body: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чего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endParaRPr sz="3000" b="1" i="0" dirty="0">
              <a:solidFill>
                <a:srgbClr val="172033"/>
              </a:solidFill>
              <a:latin typeface="Apto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3BDBF2-8ED5-35A5-AF92-EC5E5D2C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Практическое правило выбора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46340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Источник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Главный вопрос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Типичный 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req.params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 каким конкретным ресурсом работаем?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/products/15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req.query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Как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отфильтровать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или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представить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результат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?category=laptops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Какие данные нужно создать или изменить?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{ "price": 50000 }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сложного 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PATCH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/products/15?notify=true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{
  "price": 79990,
  "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2103120"/>
            <a:ext cx="365760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414016"/>
            <a:ext cx="3730752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одновременно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query-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Разбираем запрос по частям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11673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Фрагмент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>
                          <a:solidFill>
                            <a:srgbClr val="FFFFFF"/>
                          </a:solidFill>
                          <a:latin typeface="Aptos"/>
                        </a:rPr>
                        <a:t>Express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/products/15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id = 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req.params.id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?notify=true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notify = 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req.query.notify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JSON 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price, inStock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req.body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данные из трёх источников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/products/:id", (req, res) =&gt; {
  const id = Number(req.params.id);
  const notify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req.query.notify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=== "true";
  const changes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({ id, notify, changes });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58021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маршрута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определяет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изменяемый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Query-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параметр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дополнительное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поведение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операции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Body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изменяемые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источник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имеет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собственное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назначение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данных HTTP-запроса в Express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5C439C-9A86-D475-D7C3-52246C08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 err="1">
                <a:solidFill>
                  <a:srgbClr val="172033"/>
                </a:solidFill>
                <a:latin typeface="Aptos"/>
              </a:rPr>
              <a:t>Дополните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Internet Shop API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маршрутами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использующими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params, query и body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Задание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414016"/>
            <a:ext cx="4937759" cy="27663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/products/:id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products?category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=...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фильтровать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категории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PATCH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/products/:id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Критерии</a:t>
            </a:r>
            <a:r>
              <a:rPr b="1" i="0" dirty="0">
                <a:solidFill>
                  <a:srgbClr val="14B8A6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4B8A6"/>
                </a:solidFill>
                <a:latin typeface="Aptos"/>
              </a:rPr>
              <a:t>проверки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5936" y="2414016"/>
            <a:ext cx="4937759" cy="276639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req.params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идентификатора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req.query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фильтрации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создаваемые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изменяемые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express.json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подключён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JSON-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соответствуют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операции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0479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основных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источника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Express.js?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2. Что обозначает двоеточие в маршруте /products/:id?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62351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3. В каком объекте Express находятся параметры маршрута?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3287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4.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Почему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req.params.id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часто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преобразовывать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помощью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Number()?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24223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5. Где в URL располагаются query-параметры?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0479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6. Для каких задач обычно используются query-параметры?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7. Чем /products/15 отличается по смыслу от /products?category=laptops?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00850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8. Для чего нужен middleware express.json()?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3287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9. В каком объекте доступны данные JSON-тела запроса?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24223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10. Какие данные логично передать через params и body в запросе PATCH /products/:id?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Express разделяет данные запроса между req.params, req.query и req.body.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Route params позволяют создавать динамические URL и идентифицировать конкретные ресурсы.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Query-параметры используются для фильтрации, поиска, сортировки и других настроек выдачи.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Тело запроса удобно использовать для передачи данных создаваемого или изменяемого ресурса.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Для JSON-тела необходимо подключить express.json().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94741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Значения из URL требуют корректного преобразования типов.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49580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Данные клиента являются внешними и должны проверяться перед использованием.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Данные HTTP-запроса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3459</Words>
  <Application>Microsoft Office PowerPoint</Application>
  <PresentationFormat>Широкоэкранный</PresentationFormat>
  <Paragraphs>437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Параметры маршрутов, query-параметры и тело запроса</dc:title>
  <dc:subject>Получение данных клиента через req.params, req.query и req.body в Express.js</dc:subject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2026-09-20T08:25:55Z</dcterms:modified>
  <cp:category/>
</cp:coreProperties>
</file>