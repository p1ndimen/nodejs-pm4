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296" r:id="rId16"/>
    <p:sldId id="307" r:id="rId17"/>
    <p:sldId id="308" r:id="rId18"/>
    <p:sldId id="309" r:id="rId19"/>
    <p:sldId id="310" r:id="rId20"/>
    <p:sldId id="312" r:id="rId21"/>
    <p:sldId id="313" r:id="rId22"/>
    <p:sldId id="314" r:id="rId23"/>
    <p:sldId id="311" r:id="rId24"/>
    <p:sldId id="315" r:id="rId25"/>
    <p:sldId id="316" r:id="rId26"/>
    <p:sldId id="318" r:id="rId27"/>
    <p:sldId id="319" r:id="rId28"/>
    <p:sldId id="320" r:id="rId29"/>
    <p:sldId id="321" r:id="rId30"/>
    <p:sldId id="322" r:id="rId31"/>
    <p:sldId id="324" r:id="rId32"/>
    <p:sldId id="325" r:id="rId33"/>
    <p:sldId id="326" r:id="rId34"/>
    <p:sldId id="327" r:id="rId35"/>
    <p:sldId id="317" r:id="rId36"/>
    <p:sldId id="297" r:id="rId37"/>
  </p:sldIdLst>
  <p:sldSz cx="9144000" cy="5143500" type="screen16x9"/>
  <p:notesSz cx="6858000" cy="9144000"/>
  <p:embeddedFontLst>
    <p:embeddedFont>
      <p:font typeface="Mulish Black" panose="020B0604020202020204" charset="-52"/>
      <p:bold r:id="rId39"/>
      <p:boldItalic r:id="rId40"/>
    </p:embeddedFont>
    <p:embeddedFont>
      <p:font typeface="Mulish ExtraBold" panose="020B0604020202020204" charset="-52"/>
      <p:bold r:id="rId41"/>
      <p:boldItalic r:id="rId42"/>
    </p:embeddedFont>
    <p:embeddedFont>
      <p:font typeface="Mulish SemiBold" panose="020B0604020202020204" charset="-52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182600D-2ABA-562F-366D-753E7D6C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C339CE1-4737-B1D3-E966-DAC1377DB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8654A5-0CE4-4492-1613-D65583FE4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37772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2DA30B4-357E-D570-1ACD-484F5135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0098EA0-7907-0B2A-2555-B867E7376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ED89F7C-E2AE-2F49-C5AA-21E724A06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892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8C5F26B-1932-51E2-2095-D72CB626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C6E9499-F96E-DC7D-53FB-A442F0BA2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E44F809-793E-80D8-4815-D126CC2AB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65988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F59374A-18D2-BD86-3E2C-4C7BA709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E8AF1B4-4BD8-DA1E-0646-EB21765EE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DDF17D1D-4B36-12AB-70CD-78498FDA9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16047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BC18A17-9375-EA50-E2AB-5A205218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31D4361-958E-3803-2E34-0C1234D57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4B29DB8-888A-9342-47C7-560B1962F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63470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9C0F0B4-6BA8-B9A6-726B-8DBA013F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640BF45-DD0C-74F4-8FD6-420E779CD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458B73A-EE88-49C3-CAE4-822ECC946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11942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B44F694-3E54-65A5-26CA-CF222268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8A71F0F-51C2-0723-A422-C9C393157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98CEA48-2DFB-8F96-DEA2-3C4BC9408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94668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78DE5C6-30D7-E319-2E5D-0D91AD8F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BFE4E80-1BB1-96DC-3D10-A76E0D69D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7ADA3A2-400B-4CD4-C70A-4F17979B7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806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54BB296-9E5F-B523-C729-3CC13FFF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50CBE04-30A0-0345-45C7-C65D3F14B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90CA0B5-68D6-EED2-2D8D-7E68948B3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02916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03A3881-4F0B-7AC9-E535-DE6E2042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1B267D1-A594-9C5D-99D9-AC587784D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246C1AA-D65D-31CE-A0B3-88339672E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07711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F9F8CEE-E03A-D538-B75F-90CF8CD2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D0413A1-46D2-9759-BDF4-2618667B0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6268C7B-8C06-E44F-7C2B-D3126798E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93810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BC21CD2-2F69-4790-0085-3FB44F59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E432E5D-DB5A-9758-96DE-DA56715B3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DF5C8A7-2F31-8DA8-8939-7AD8AB47B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24967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0D01C0D-6F97-18CA-1B60-286DA35D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233EB9E-50D3-0570-0289-A56735B0A4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999ED11-41FD-9B99-5008-B0327228B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54819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6B9AD70-BCD9-828E-7E59-CC1D12AC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B9D0289-666D-E094-3914-A65AE2C02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D066031-24A3-0BFC-91DA-40548507E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58707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27F3026-4305-508C-B233-854BBE56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45ED7DE-2603-D42E-E519-F842CAAAB4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957CE19-0B3B-ACA2-76D8-45DC6B972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5656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58F7F19-69DE-79DC-D635-D4DE8E5D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02C351D-8AD7-3A30-2B59-950EBF5AF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23F316A-DA09-A112-3DCA-1FF1D9DE6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06523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F0C6070-2C9E-29A7-EF7C-D1FAE57C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68316E0-8BD9-ECF4-2DC6-AFD1D1C64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4CA32A7-7A5A-F353-6652-B4A91ABB4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555001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85BB997-E785-88D4-ACE5-DCC7EAB0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BC122C9-8A64-8CE0-04A4-DBF7BBA17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CA95E0E-F9C5-92DC-C64C-CAB77D5DF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9689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E31F832-3E2A-8380-85BE-F76226A3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C5CEE91-F4F8-B9E4-C22A-B188A83CF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587059A-EB27-35A2-5B8D-0D5F94FD5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26274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551B0A4-B40B-E019-EE0C-301A9E24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26974CA-5FC3-8470-A208-F7C276FDA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661522B-96D5-4218-4149-F8CD71B8C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80740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ED97266-0309-0535-A72C-24026213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BDD99A8-0AF9-2741-E089-F68CCBACA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81A618-4A73-3DFB-D417-D8BD657FD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9881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08E61DE-0D87-6D3A-7653-B60CBC4E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31BFFBA-FFBB-D062-1106-20F8CECD1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079594B-5143-E4CB-2C83-4D6745388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4900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5DA2200-8771-807A-924C-67E3039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05A6ADC-DFC6-B9C9-94BF-C49AA1637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1F4FD2E-0EDF-210E-D3F9-4F8733EB3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2223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C93CB56-28E9-5F64-6D88-170002E8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B5494A6-A069-E19F-CB8D-2C17317BE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534B35E-D7D5-31E8-8E20-BC7C4FC2B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76993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B25AAAE-7ADF-07BE-DBBD-D49C0866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5C1DFFD-BE9B-13A8-9CB9-F59CB5CEB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17B558B-7848-4773-16AB-DDCD5EC0A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945419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D27C669-1A09-1736-97BC-BC29EBFA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C6B89B8-E4F9-945E-54FC-391B5DFC3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49523A3-962F-5D2D-F81A-6CF861E30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243295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7024AE7-1E10-E000-F28D-0FCC70E4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CD60EBE1-5A21-A68F-585B-823E97EA5C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E738113-02FC-F3A7-0F57-6E7D9FAD5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83876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70DD24A-F85D-FC63-0BAB-8157586A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23B68E5-91F5-25F4-45CD-3384693F2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4A7A60C-4D08-DA37-2EC2-98331D63C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656156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6. 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Работа с 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JSON-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файлами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.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60" y="151204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 студентов работать со сложными структурами данных в файловой системе. Освоить безопасное преобразование JS-объектов в формат JSON и обратно, а также закрепить асинхронный подход.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53;g30f32ff6c42_0_5">
            <a:extLst>
              <a:ext uri="{FF2B5EF4-FFF2-40B4-BE49-F238E27FC236}">
                <a16:creationId xmlns:a16="http://schemas.microsoft.com/office/drawing/2014/main" id="{F054AA40-F603-3A58-1A29-E56C694D738E}"/>
              </a:ext>
            </a:extLst>
          </p:cNvPr>
          <p:cNvSpPr/>
          <p:nvPr/>
        </p:nvSpPr>
        <p:spPr>
          <a:xfrm>
            <a:off x="320399" y="1185333"/>
            <a:ext cx="8359961" cy="374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Формат JSON.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Десериализация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Сериализация. </a:t>
            </a: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+mj-lt"/>
              <a:buAutoNum type="arabicPeriod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Обработка ошибок.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Формат </a:t>
            </a:r>
            <a: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JSON.</a:t>
            </a:r>
            <a:br>
              <a:rPr lang="en-US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</a:b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(JavaScript Object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Notation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- это текстовый формат обмена данными. Несмотря на то, что он произошел от синтаксиса объектов JavaScript, он является независимым от языка форматом.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правила формата: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Данные хранятся в парах "ключ": значение.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Ключи всегда пишутся в двойных кавычках.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Значениями могут быть: строка, число, объект, массив,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false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Функции, методы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undefined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JSON запрещены.</a:t>
            </a:r>
            <a:endParaRPr lang="ru-RU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237068"/>
            <a:ext cx="8359961" cy="490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JSON критически важен для Node.js?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Вот три причины, по которым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-разработчик работает с ним ежедневно: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Конфигурация проектов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package.json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Весь манифест вашего приложения (название, версия, зависимости, скрипты запуска) хранится в формате JSON. Node.js автоматически читает этот файл при запуске команд NPM.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Обмен данными с фронтендом (API)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вы строите сервер на Node.js, общение с браузером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React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др.) происходит через JSON. Сервер отправляет JSON-ответ, а фронтенд его легко превращает в JS-объект.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NoSQL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Базы данных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MongoDB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Многие современные базы данных, популярные в стеке Node.js, хранят данные в формате, идентичном JSON (BSON). Это позволяет сохранять объекты из кода напрямую в базу без сложных преобразований.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EA1938B-4F4E-B95F-CEFD-AB94C6CD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3FC1E76-F83C-E8E7-6AE5-1FFE3957E9BA}"/>
              </a:ext>
            </a:extLst>
          </p:cNvPr>
          <p:cNvSpPr/>
          <p:nvPr/>
        </p:nvSpPr>
        <p:spPr>
          <a:xfrm>
            <a:off x="320399" y="293512"/>
            <a:ext cx="8359961" cy="463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Место JSON в потоке данных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 понимать, что JSON - это всегда строка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работаем с данными в Node.js, они проходят через цикл превращений: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 Object (в памяти вашего приложения) - с ним удобно работать.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(в процессе передачи или записи) - так удобно хранить или передавать по сети.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 Object (у получателя) - снова превращается в объект для работы.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514350" lvl="0" indent="-514350">
              <a:lnSpc>
                <a:spcPct val="115000"/>
              </a:lnSpc>
              <a:buClr>
                <a:srgbClr val="333333"/>
              </a:buClr>
              <a:buSzPts val="1800"/>
              <a:buAutoNum type="arabicPeriod" startAt="3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28D702F-E6AD-8AEB-1F19-A89AE432C2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02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4FB1343-C0E2-E9C8-3E7A-67FFFA5F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1D68A17-F626-F224-0DD2-000E4667449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Сравнение: JS Объект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JSON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7BBA9AE-5F74-E929-CD80-EBE0C402BF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60123F-4D52-772D-F2C7-F2E8DE243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48" y="1423987"/>
            <a:ext cx="8143712" cy="305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1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B00FB01-A73B-5304-EFE7-6407257E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6ECEA70-93F9-B88B-C0F9-7D6B7E8B2BB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типичного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C0C713A-4615-548D-4237-E7D37A87C3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F16173-2F2F-78F4-8E8F-F713DBF0D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42" y="1108787"/>
            <a:ext cx="7155915" cy="3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2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6EEAFE1-09C4-F0DB-4D6B-0647252A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2FA74E3-7B1F-E3E5-80C7-2107632E49D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Валидаторы JSON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Валидаторы JSON - это инструменты, которые проверяют текст на соответствие строгим правилам формата.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Поскольку Node.js не прощает ошибок в JSON, использование валидаторов - обязательный этап разработки.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4CD164B-9037-0A42-AA7E-CB3518510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4790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02A9105-D43C-198F-0D76-58408A13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DCD6BA0-4E74-3C7A-24CE-65EF42B7D1A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валидаторов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Онлайн-сервисы: Самый популярный -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JSONLint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Вы вставляете текст, и он подсвечивает строку с ошибкой.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Плагины для редакторов: В VS Code валидация встроена по умолчанию - если вы ошибетесь в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файле, он сразу подчеркнет место красным.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07E6BF9-672C-B1B7-9C07-125A41B672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278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ABA51C6-AFA5-DCB3-0F74-67298CA0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F104F7F-9FA6-020A-74E7-82F864F3059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6346102-5963-487B-1C7A-8780068222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8B1580-C791-44D0-4B7A-9F5A9E7A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96" y="168650"/>
            <a:ext cx="7179073" cy="48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09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A87864D-916A-BA87-FD2C-BB374153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AA9611A-F20E-FE41-ECB4-8D75DCAFE6B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проверить 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коде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F95662E-9E1B-F4BF-5934-72FDCDF635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03D463-A7D6-4466-F4F4-5E5702D58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878" y="1327373"/>
            <a:ext cx="7276243" cy="34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7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FF5A0F2-B280-A02F-48EB-E59FAB09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0FA28A4-CB7D-D7E3-DBEA-81B171373F5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Главные "враги" валидного JSON: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Запятая после последнего элемента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массива или объекта [1, 2, 3, ] - ошибка.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Одинарные кавычки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key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':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value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- ошибка (в JSON только двойные).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Комментарии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Любые // или /* */ внутри файла - ошибка.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110993F-714D-1BCA-A44C-897C89EDCC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3601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Десериализация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: </a:t>
            </a:r>
            <a:b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</a:b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Метод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JSON.parse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().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1467556"/>
            <a:ext cx="8150700" cy="346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этап - превращение «мёртвого» текста из файла в «живой» объект, с которым может работать логика JavaScript.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это происходит в два этапа: сначала мы получаем данные в виде строки, а затем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десериализуем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их.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B9D90DD-2820-0675-3A2F-EA8485935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D25984F-B8AF-7870-165D-1FA09B49AA5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Десериализация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процесс восстановления структуры данных из битового потока или строки.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нашем случае: превращение текстовой строки формата JSON в объект или массив JavaScript.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5289880-CDA2-0178-0149-AFCADA3E57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603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BB9CA7E-6C78-2A6D-013E-8466ED21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1D5E10-0847-C748-703A-14A80AC05529}"/>
              </a:ext>
            </a:extLst>
          </p:cNvPr>
          <p:cNvSpPr/>
          <p:nvPr/>
        </p:nvSpPr>
        <p:spPr>
          <a:xfrm>
            <a:off x="320399" y="237067"/>
            <a:ext cx="8359961" cy="269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Базовый синтаксис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text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принимает один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обязательный аргумент - строку,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возвращает значение или структуру данных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608A527-22CA-A765-F58A-F5195E5D50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B7B217-6B6A-E518-437A-1517703A4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40" y="2934135"/>
            <a:ext cx="8246620" cy="189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5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DBC4EF9-5C75-6370-D246-E2788731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BD81491-4423-0C69-14EA-29FF19215DCF}"/>
              </a:ext>
            </a:extLst>
          </p:cNvPr>
          <p:cNvSpPr/>
          <p:nvPr/>
        </p:nvSpPr>
        <p:spPr>
          <a:xfrm>
            <a:off x="320399" y="502277"/>
            <a:ext cx="8359961" cy="116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Алгоритм работы с файлом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Await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реальных задачах мы редко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парсим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готовую строку. Чаще мы читаем её из файла.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1DCA98A-B178-26A3-427E-461930AD21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49F336-5406-2AA9-0588-2B43B1A60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148" y="1842375"/>
            <a:ext cx="61055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13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63DD089-A54D-7A48-EDFF-2F38DF3F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42EA687-1B90-083A-0E5C-1A0C164F7AB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Критическая важность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один из самых «опасных» методов.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строка содержит хотя бы одну ошибку (лишний пробел в ключе, одинарные кавычки, забытая скобка), метод не просто вернет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а выбросит исключение, которое остановит выполнение всей программы.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E7D6518-825F-0972-E974-E778EC9FFA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0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64B0316-94D1-6ABA-6827-09984109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16DCFEA-37D0-45E0-B95E-E452A642A74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Правильный подход: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745DFF2-8040-9D6E-F408-02CFCBFF1A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7C5101-D841-6722-C84B-4102EAFBA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04" y="1428749"/>
            <a:ext cx="8185756" cy="292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9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8902CED-2BD1-1A6C-42C0-E8EC6606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22DFC29-5F59-93C9-B39E-AF72B7A2A370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Особенности, о которых нужно знать: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данных: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 JSON было число, оно станет Number. Если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станет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Но если там была дата в кавычках "2026-04-09", она останется строкой. Её нужно превращать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new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вручную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Deep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Copy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(Лайфхак):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Комбинация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obj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)) - это классический (хоть и не самый быстрый) способ сделать полную глубокую копию объекта в JS, разорвав все связи с оригиналом.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1D26C37-45A6-E43D-81C0-9FFFA5B72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2674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6388079-B80A-59A1-3B51-66508B40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92DDB5A-6937-BD3A-8426-53B8F4153B16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Никогда не используйте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без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Убедитесь, что файл прочитан с кодировкой 'utf8', иначе вы попытаетесь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распарсить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(двоичные данные), что приведет к ошибке.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E00C60E-2F00-82EA-6FF3-F2DD8F58DA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472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8A60701-725A-EB90-24BB-4F171816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46EDA831-8B9D-2B2C-CF87-6E0559BDFA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Сериализация: Метод </a:t>
            </a:r>
            <a:r>
              <a:rPr lang="en-US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JSON.stringify</a:t>
            </a:r>
            <a:r>
              <a:rPr lang="en-US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().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DC11D7D-07AF-5D4E-69E2-25C5F55A265E}"/>
              </a:ext>
            </a:extLst>
          </p:cNvPr>
          <p:cNvSpPr/>
          <p:nvPr/>
        </p:nvSpPr>
        <p:spPr>
          <a:xfrm>
            <a:off x="320400" y="1365956"/>
            <a:ext cx="8150700" cy="356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Сериализация - это перевод структуры данных (объекта или массива) в последовательность символов (строку).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это основной способ «законсервировать» состояние программы, чтобы после её перезапуска данные не пропали.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3C4C06A-1BFF-6D1C-8113-7D1FF4C149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7940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8204384-D8DB-AC61-6B1A-F9B4440A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9486F3E-22D0-32D5-8186-61D288DEDAEE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Базовый синтаксис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value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replacer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space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принимает три аргумента: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value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Объект или массив, который нужно превратить в строку.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replacer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(необязательный): Функция или массив для фильтрации полей (обычно передают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space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(необязательный): Отступы для создания «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человекочитаемого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» вида.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AF9C859-DE84-6C8D-5451-D65C2E131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297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1FA5B6E-DE22-214E-9B6B-0D376CEB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5752D34-A55C-BCCE-D63F-37685C7B47A0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Три способа превращения в строку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Компактный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Минифицированный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Используется для передачи данных по сети, чтобы сэкономить трафик.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9331A20-11FF-59A5-E3B8-E7496AF863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A19343-0555-920F-004A-4B83868D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04" y="2835668"/>
            <a:ext cx="7601391" cy="18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51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6016E6E-026F-D208-5F03-A63A97AB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0390298-D6F4-484D-9D17-448D95C94F2C}"/>
              </a:ext>
            </a:extLst>
          </p:cNvPr>
          <p:cNvSpPr/>
          <p:nvPr/>
        </p:nvSpPr>
        <p:spPr>
          <a:xfrm>
            <a:off x="320399" y="502276"/>
            <a:ext cx="8359961" cy="196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Красивый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Pretty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Print)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Используется для записи в файлы конфигурации или логи, чтобы их мог прочитать человек.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A2B78A9-DE86-0AB3-6A2D-5D22DFDDDC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BC6098-A6CB-EC8E-3C4B-5E390FFDC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81" y="2277260"/>
            <a:ext cx="5745163" cy="252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4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A5F1142-1CD4-115B-1FE9-C0DCBFC1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99591BA-3410-3C28-11D9-8F05F7281F93}"/>
              </a:ext>
            </a:extLst>
          </p:cNvPr>
          <p:cNvSpPr/>
          <p:nvPr/>
        </p:nvSpPr>
        <p:spPr>
          <a:xfrm>
            <a:off x="320397" y="215025"/>
            <a:ext cx="8359961" cy="130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Трансформирующий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 фильтрацией)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Используется, когда вам нужно сохранить в JSON не весь объект, а только определенные поля (например, чтобы не отправить случайно пароль или секретный ключ на фронтенд).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D954542-9127-6F6F-873C-81F2D1978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D26B3C-7061-3481-159D-25A8AF8E2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098" y="1437832"/>
            <a:ext cx="6155803" cy="362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77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6B47EF8-052B-30EE-A144-CFDF411F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2CEFE85-9098-1A95-BF7A-7AD11F07B13B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Особенности и потери при сериализации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 помнить, что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JSON.stringify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«фильтр», который пропускает не всё: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Функции и методы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Если у объекта есть метод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sayHi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он будет удален.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Undefined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Поля со значением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undefined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будут удалены.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Даты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Объекты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превратятся в строки (ISO-формат).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Циклические ссылки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Если объект ссылается сам на себя, метод выдаст ошибку и программа «упадет».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B8E2750-2565-1E67-E99A-E9B4255B13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995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74C9B73-FBC7-D22F-90BC-0A89276B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CAF92EC-0374-7FD9-B073-0194AE5EDE9F}"/>
              </a:ext>
            </a:extLst>
          </p:cNvPr>
          <p:cNvSpPr/>
          <p:nvPr/>
        </p:nvSpPr>
        <p:spPr>
          <a:xfrm>
            <a:off x="320399" y="237067"/>
            <a:ext cx="8359961" cy="490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Практический пример: Сохранение данных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4BD4F1F-63E9-5FFA-C3AE-5484E2FD11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6618CD-6AB6-59D5-2162-90CC2C6DC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929" y="924983"/>
            <a:ext cx="64389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13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F718926-AB79-3F46-A4AE-64E08B6F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571535B-B04E-D17F-6FC8-28E8EBAE780C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Чтение данных: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BAC1D46-6730-95A5-049F-B10522941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A8A152-7FE8-AC91-7C12-BEF015A9F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97" y="1524000"/>
            <a:ext cx="7750234" cy="20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86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1E110AD-D142-8B84-6CFE-2CE90ED5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23054EA-2286-9287-22D5-4872080E4EA8}"/>
              </a:ext>
            </a:extLst>
          </p:cNvPr>
          <p:cNvSpPr/>
          <p:nvPr/>
        </p:nvSpPr>
        <p:spPr>
          <a:xfrm>
            <a:off x="320399" y="237068"/>
            <a:ext cx="8359961" cy="162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Еще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пример,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Полный цикл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CRUD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для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JSON-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файла: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У нас есть файл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</a:rPr>
              <a:t>database.json</a:t>
            </a:r>
            <a:r>
              <a:rPr lang="ru-RU" sz="3000" dirty="0">
                <a:solidFill>
                  <a:srgbClr val="FFFF00"/>
                </a:solidFill>
                <a:latin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со списком пользователей: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FCF5DE6-2024-421B-7718-4BB9E9EC9A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6D59A6-27D8-4CE2-0C3D-BDED3CA1E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712" y="1609196"/>
            <a:ext cx="53625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44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A37FD1-E780-3023-A228-F94714E8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E4918FE-AE44-32C6-2CD9-262EEA9A5233}"/>
              </a:ext>
            </a:extLst>
          </p:cNvPr>
          <p:cNvSpPr/>
          <p:nvPr/>
        </p:nvSpPr>
        <p:spPr>
          <a:xfrm>
            <a:off x="320399" y="282222"/>
            <a:ext cx="8359961" cy="880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Нам нужно обновить баланс конкретному пользователю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62FABB4-D056-3CEF-5605-908A9EE384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963A2F-8153-9D62-7FA0-FDAB5A93D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880350"/>
            <a:ext cx="73342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99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2FA75EA-7416-2371-E306-32025805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26A30E5-2B14-0E14-9FE9-AA6A488D1669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D319A2-DFB9-FEA0-D7AF-EAE287222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DF989-3707-194D-EF71-0BD76416C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1095375"/>
            <a:ext cx="72580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45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66211DE-5CB0-D04D-29C3-FD5A3E93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40EEB87-9CF5-CACC-7132-70C0CBD25D3B}"/>
              </a:ext>
            </a:extLst>
          </p:cNvPr>
          <p:cNvSpPr/>
          <p:nvPr/>
        </p:nvSpPr>
        <p:spPr>
          <a:xfrm>
            <a:off x="320399" y="502276"/>
            <a:ext cx="8359961" cy="464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71D396E-0EE6-B3F5-4A7D-DEC15BD2D2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2754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75E10AA-E7E4-6566-5D5C-280F50B7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7ECB4706-8AE3-7B06-EE5A-6DE832529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"/>
            <a:ext cx="8346900" cy="67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DB0209-B964-DE41-AD21-C9B6AFE8481B}"/>
              </a:ext>
            </a:extLst>
          </p:cNvPr>
          <p:cNvSpPr/>
          <p:nvPr/>
        </p:nvSpPr>
        <p:spPr>
          <a:xfrm>
            <a:off x="320400" y="541867"/>
            <a:ext cx="8150700" cy="479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 - это текст, а не объект. Для Node.js данные в файле - это просто набор символов. Чтобы начать с ними работать (складывать числа, пушить в массивы), их нужно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десериализовать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Асинхронность - наш стандарт. Использование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fs.promises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позволяет серверу не «зависать» во время чтения тяжелых файлов. Это критически важно для производительности.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Безопасность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Метод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один из самых хрупких в JavaScript. Любая ошибка в синтаксисе файла (забытая кавычка или запятая) «уронит» всё приложение, если не обернуть вызов в блок обработки ошибок.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Полный цикл обновления. Чтобы изменить данные, мы всегда делаем круг: Файл → Строка → Объект → Изменение → Строка → Файл. Напрямую «отредактировать» строчку в середине JSON-файла через Node.js невозможно.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5E94F1-694F-708E-F412-296C53740D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212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416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Какой метод превращает строку в объект, а какой - объект в строку?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вы увидите в консоли, если напишете console.log(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getData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()), где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getData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async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функция?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при чтении файла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указывать кодировку 'utf8'?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произойдет со скриптом, если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JSON.parse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попытается обработать битый (неправильный) JSON без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try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catch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Можно ли изменить одно поле в JSON-файле на диске, не переписывая весь файл целиком?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1355</Words>
  <Application>Microsoft Office PowerPoint</Application>
  <PresentationFormat>Экран (16:9)</PresentationFormat>
  <Paragraphs>120</Paragraphs>
  <Slides>36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Mulish SemiBold</vt:lpstr>
      <vt:lpstr>Arial</vt:lpstr>
      <vt:lpstr>Courier New</vt:lpstr>
      <vt:lpstr>Mulish ExtraBold</vt:lpstr>
      <vt:lpstr>Times New Roman</vt:lpstr>
      <vt:lpstr>Mulish Black</vt:lpstr>
      <vt:lpstr>Office Theme</vt:lpstr>
      <vt:lpstr>ДЕНЬ ОТКРЫТЫХ ДВЕРЕЙ</vt:lpstr>
      <vt:lpstr>Цель занятия:</vt:lpstr>
      <vt:lpstr>Учебные вопросы:</vt:lpstr>
      <vt:lpstr>1. Формат JSON.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Десериализация:  Метод JSON.parse().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Сериализация: Метод JSON.stringify().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2026-04-09T17:01:20Z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