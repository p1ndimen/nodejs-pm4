
<file path=[Content_Types].xml><?xml version="1.0" encoding="utf-8"?>
<Types xmlns="http://schemas.openxmlformats.org/package/2006/content-types">
  <Default Extension="fntdata" ContentType="application/x-fontdata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metadata" ContentType="application/binary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48" r:id="rId1"/>
  </p:sldMasterIdLst>
  <p:notesMasterIdLst>
    <p:notesMasterId r:id="rId39"/>
  </p:notesMasterIdLst>
  <p:sldIdLst>
    <p:sldId id="256" r:id="rId2"/>
    <p:sldId id="263" r:id="rId3"/>
    <p:sldId id="262" r:id="rId4"/>
    <p:sldId id="264" r:id="rId5"/>
    <p:sldId id="265" r:id="rId6"/>
    <p:sldId id="298" r:id="rId7"/>
    <p:sldId id="299" r:id="rId8"/>
    <p:sldId id="300" r:id="rId9"/>
    <p:sldId id="296" r:id="rId10"/>
    <p:sldId id="301" r:id="rId11"/>
    <p:sldId id="302" r:id="rId12"/>
    <p:sldId id="304" r:id="rId13"/>
    <p:sldId id="305" r:id="rId14"/>
    <p:sldId id="306" r:id="rId15"/>
    <p:sldId id="307" r:id="rId16"/>
    <p:sldId id="303" r:id="rId17"/>
    <p:sldId id="308" r:id="rId18"/>
    <p:sldId id="309" r:id="rId19"/>
    <p:sldId id="311" r:id="rId20"/>
    <p:sldId id="314" r:id="rId21"/>
    <p:sldId id="312" r:id="rId22"/>
    <p:sldId id="310" r:id="rId23"/>
    <p:sldId id="313" r:id="rId24"/>
    <p:sldId id="316" r:id="rId25"/>
    <p:sldId id="317" r:id="rId26"/>
    <p:sldId id="318" r:id="rId27"/>
    <p:sldId id="319" r:id="rId28"/>
    <p:sldId id="320" r:id="rId29"/>
    <p:sldId id="315" r:id="rId30"/>
    <p:sldId id="321" r:id="rId31"/>
    <p:sldId id="323" r:id="rId32"/>
    <p:sldId id="324" r:id="rId33"/>
    <p:sldId id="325" r:id="rId34"/>
    <p:sldId id="326" r:id="rId35"/>
    <p:sldId id="327" r:id="rId36"/>
    <p:sldId id="322" r:id="rId37"/>
    <p:sldId id="297" r:id="rId38"/>
  </p:sldIdLst>
  <p:sldSz cx="9144000" cy="5143500" type="screen16x9"/>
  <p:notesSz cx="6858000" cy="9144000"/>
  <p:embeddedFontLst>
    <p:embeddedFont>
      <p:font typeface="Mulish Black" panose="020B0604020202020204" charset="-52"/>
      <p:bold r:id="rId40"/>
      <p:boldItalic r:id="rId41"/>
    </p:embeddedFont>
    <p:embeddedFont>
      <p:font typeface="Mulish ExtraBold" panose="020B0604020202020204" charset="-52"/>
      <p:bold r:id="rId42"/>
      <p:boldItalic r:id="rId43"/>
    </p:embeddedFont>
    <p:embeddedFont>
      <p:font typeface="Mulish SemiBold" panose="020B0604020202020204" charset="-52"/>
      <p:regular r:id="rId44"/>
      <p:bold r:id="rId45"/>
      <p:italic r:id="rId46"/>
      <p:boldItalic r:id="rId47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/>
    </p:ext>
    <p:ext uri="GoogleSlidesCustomDataVersion2">
      <go:slidesCustomData xmlns="" xmlns:mc="http://schemas.openxmlformats.org/markup-compatibility/2006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xmlns:go="http://customooxmlschemas.google.com/" r:id="rId72" roundtripDataSignature="AMtx7miJQyI2npMiufbLtMTLZXKhjf0iDQ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3015" autoAdjust="0"/>
    <p:restoredTop sz="94660"/>
  </p:normalViewPr>
  <p:slideViewPr>
    <p:cSldViewPr snapToGrid="0">
      <p:cViewPr varScale="1">
        <p:scale>
          <a:sx n="85" d="100"/>
          <a:sy n="85" d="100"/>
        </p:scale>
        <p:origin x="582" y="9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notesMaster" Target="notesMasters/notesMaster1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font" Target="fonts/font3.fntdata"/><Relationship Id="rId47" Type="http://schemas.openxmlformats.org/officeDocument/2006/relationships/font" Target="fonts/font8.fntdata"/><Relationship Id="rId76" Type="http://schemas.openxmlformats.org/officeDocument/2006/relationships/tableStyles" Target="tableStyle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font" Target="fonts/font1.fntdata"/><Relationship Id="rId45" Type="http://schemas.openxmlformats.org/officeDocument/2006/relationships/font" Target="fonts/font6.fntdata"/><Relationship Id="rId74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font" Target="fonts/font5.fntdata"/><Relationship Id="rId73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font" Target="fonts/font4.fntdata"/><Relationship Id="rId8" Type="http://schemas.openxmlformats.org/officeDocument/2006/relationships/slide" Target="slides/slide7.xml"/><Relationship Id="rId72" Type="http://customschemas.google.com/relationships/presentationmetadata" Target="metadata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font" Target="fonts/font7.fntdata"/><Relationship Id="rId20" Type="http://schemas.openxmlformats.org/officeDocument/2006/relationships/slide" Target="slides/slide19.xml"/><Relationship Id="rId41" Type="http://schemas.openxmlformats.org/officeDocument/2006/relationships/font" Target="fonts/font2.fntdata"/><Relationship Id="rId75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216000" y="812520"/>
            <a:ext cx="7127280" cy="400896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756000" y="5078520"/>
            <a:ext cx="6047640" cy="48110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5" name="Google Shape;5;n"/>
          <p:cNvSpPr txBox="1">
            <a:spLocks noGrp="1"/>
          </p:cNvSpPr>
          <p:nvPr>
            <p:ph type="hdr" idx="3"/>
          </p:nvPr>
        </p:nvSpPr>
        <p:spPr>
          <a:xfrm>
            <a:off x="0" y="0"/>
            <a:ext cx="3280680" cy="5342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6" name="Google Shape;6;n"/>
          <p:cNvSpPr txBox="1">
            <a:spLocks noGrp="1"/>
          </p:cNvSpPr>
          <p:nvPr>
            <p:ph type="dt" idx="10"/>
          </p:nvPr>
        </p:nvSpPr>
        <p:spPr>
          <a:xfrm>
            <a:off x="4278960" y="0"/>
            <a:ext cx="3280680" cy="5342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R="0" lvl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sz="1400" b="0" i="0" u="none" strike="noStrike" cap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7" name="Google Shape;7;n"/>
          <p:cNvSpPr txBox="1">
            <a:spLocks noGrp="1"/>
          </p:cNvSpPr>
          <p:nvPr>
            <p:ph type="ftr" idx="11"/>
          </p:nvPr>
        </p:nvSpPr>
        <p:spPr>
          <a:xfrm>
            <a:off x="0" y="10157400"/>
            <a:ext cx="3280680" cy="5342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8" name="Google Shape;8;n"/>
          <p:cNvSpPr txBox="1">
            <a:spLocks noGrp="1"/>
          </p:cNvSpPr>
          <p:nvPr>
            <p:ph type="sldNum" idx="12"/>
          </p:nvPr>
        </p:nvSpPr>
        <p:spPr>
          <a:xfrm>
            <a:off x="4278960" y="10157400"/>
            <a:ext cx="3280680" cy="5342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</a:pPr>
            <a:fld id="{00000000-1234-1234-1234-123412341234}" type="slidenum">
              <a:rPr lang="ru" sz="1400" b="0" i="0" u="none" strike="noStrike" cap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 sz="1400" b="0" i="0" u="none" strike="noStrike" cap="non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Google Shape;138;p1:notes"/>
          <p:cNvSpPr txBox="1">
            <a:spLocks noGrp="1"/>
          </p:cNvSpPr>
          <p:nvPr>
            <p:ph type="body" idx="1"/>
          </p:nvPr>
        </p:nvSpPr>
        <p:spPr>
          <a:xfrm>
            <a:off x="756000" y="5078520"/>
            <a:ext cx="6047640" cy="48110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39" name="Google Shape;139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217488" y="812800"/>
            <a:ext cx="7124700" cy="4008438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5">
          <a:extLst>
            <a:ext uri="{FF2B5EF4-FFF2-40B4-BE49-F238E27FC236}">
              <a16:creationId xmlns:a16="http://schemas.microsoft.com/office/drawing/2014/main" id="{8DAFB3B4-A6E1-27FF-8B6C-9E40294AFD2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6" name="Google Shape;196;p44:notes">
            <a:extLst>
              <a:ext uri="{FF2B5EF4-FFF2-40B4-BE49-F238E27FC236}">
                <a16:creationId xmlns:a16="http://schemas.microsoft.com/office/drawing/2014/main" id="{EFDA7AD0-34A6-33DA-4F4A-36A4D6BF75FE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756000" y="5078520"/>
            <a:ext cx="6047640" cy="48110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97" name="Google Shape;197;p44:notes">
            <a:extLst>
              <a:ext uri="{FF2B5EF4-FFF2-40B4-BE49-F238E27FC236}">
                <a16:creationId xmlns:a16="http://schemas.microsoft.com/office/drawing/2014/main" id="{8AE18F91-DCA6-3D83-956D-0E4D9AD34F88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217488" y="812800"/>
            <a:ext cx="7124700" cy="4008438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</p:spTree>
    <p:extLst>
      <p:ext uri="{BB962C8B-B14F-4D97-AF65-F5344CB8AC3E}">
        <p14:creationId xmlns:p14="http://schemas.microsoft.com/office/powerpoint/2010/main" val="2973423892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6" name="Google Shape;196;p44:notes"/>
          <p:cNvSpPr txBox="1">
            <a:spLocks noGrp="1"/>
          </p:cNvSpPr>
          <p:nvPr>
            <p:ph type="body" idx="1"/>
          </p:nvPr>
        </p:nvSpPr>
        <p:spPr>
          <a:xfrm>
            <a:off x="756000" y="5078520"/>
            <a:ext cx="6047640" cy="48110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97" name="Google Shape;197;p44:notes"/>
          <p:cNvSpPr>
            <a:spLocks noGrp="1" noRot="1" noChangeAspect="1"/>
          </p:cNvSpPr>
          <p:nvPr>
            <p:ph type="sldImg" idx="2"/>
          </p:nvPr>
        </p:nvSpPr>
        <p:spPr>
          <a:xfrm>
            <a:off x="217488" y="812800"/>
            <a:ext cx="7124700" cy="4008438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5">
          <a:extLst>
            <a:ext uri="{FF2B5EF4-FFF2-40B4-BE49-F238E27FC236}">
              <a16:creationId xmlns:a16="http://schemas.microsoft.com/office/drawing/2014/main" id="{1D941BEB-544D-4C7F-AB84-40777C546A2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6" name="Google Shape;196;p44:notes">
            <a:extLst>
              <a:ext uri="{FF2B5EF4-FFF2-40B4-BE49-F238E27FC236}">
                <a16:creationId xmlns:a16="http://schemas.microsoft.com/office/drawing/2014/main" id="{FBCEB855-C630-8AC8-5683-AFBCAFD155E3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756000" y="5078520"/>
            <a:ext cx="6047640" cy="48110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97" name="Google Shape;197;p44:notes">
            <a:extLst>
              <a:ext uri="{FF2B5EF4-FFF2-40B4-BE49-F238E27FC236}">
                <a16:creationId xmlns:a16="http://schemas.microsoft.com/office/drawing/2014/main" id="{7A07A61D-02CE-7DD4-CD80-D605E40607F8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217488" y="812800"/>
            <a:ext cx="7124700" cy="4008438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</p:spTree>
    <p:extLst>
      <p:ext uri="{BB962C8B-B14F-4D97-AF65-F5344CB8AC3E}">
        <p14:creationId xmlns:p14="http://schemas.microsoft.com/office/powerpoint/2010/main" val="2766291060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5">
          <a:extLst>
            <a:ext uri="{FF2B5EF4-FFF2-40B4-BE49-F238E27FC236}">
              <a16:creationId xmlns:a16="http://schemas.microsoft.com/office/drawing/2014/main" id="{BEE044EC-29C7-3CDD-429A-8357606D428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6" name="Google Shape;196;p44:notes">
            <a:extLst>
              <a:ext uri="{FF2B5EF4-FFF2-40B4-BE49-F238E27FC236}">
                <a16:creationId xmlns:a16="http://schemas.microsoft.com/office/drawing/2014/main" id="{F248B09F-DFB1-377F-EA2C-6757B0737DC2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756000" y="5078520"/>
            <a:ext cx="6047640" cy="48110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97" name="Google Shape;197;p44:notes">
            <a:extLst>
              <a:ext uri="{FF2B5EF4-FFF2-40B4-BE49-F238E27FC236}">
                <a16:creationId xmlns:a16="http://schemas.microsoft.com/office/drawing/2014/main" id="{3836A5C5-16BD-7FC7-7F6F-4851AD2FDAC0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217488" y="812800"/>
            <a:ext cx="7124700" cy="4008438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</p:spTree>
    <p:extLst>
      <p:ext uri="{BB962C8B-B14F-4D97-AF65-F5344CB8AC3E}">
        <p14:creationId xmlns:p14="http://schemas.microsoft.com/office/powerpoint/2010/main" val="3527105869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5">
          <a:extLst>
            <a:ext uri="{FF2B5EF4-FFF2-40B4-BE49-F238E27FC236}">
              <a16:creationId xmlns:a16="http://schemas.microsoft.com/office/drawing/2014/main" id="{213211A7-4021-13BA-0F5C-962DD5B71A1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6" name="Google Shape;196;p44:notes">
            <a:extLst>
              <a:ext uri="{FF2B5EF4-FFF2-40B4-BE49-F238E27FC236}">
                <a16:creationId xmlns:a16="http://schemas.microsoft.com/office/drawing/2014/main" id="{32D9551C-3857-4CC1-F644-12A929969DAA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756000" y="5078520"/>
            <a:ext cx="6047640" cy="48110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97" name="Google Shape;197;p44:notes">
            <a:extLst>
              <a:ext uri="{FF2B5EF4-FFF2-40B4-BE49-F238E27FC236}">
                <a16:creationId xmlns:a16="http://schemas.microsoft.com/office/drawing/2014/main" id="{5778D12E-2568-EF62-123A-3DF2CCC70CB3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217488" y="812800"/>
            <a:ext cx="7124700" cy="4008438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</p:spTree>
    <p:extLst>
      <p:ext uri="{BB962C8B-B14F-4D97-AF65-F5344CB8AC3E}">
        <p14:creationId xmlns:p14="http://schemas.microsoft.com/office/powerpoint/2010/main" val="4275162106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5">
          <a:extLst>
            <a:ext uri="{FF2B5EF4-FFF2-40B4-BE49-F238E27FC236}">
              <a16:creationId xmlns:a16="http://schemas.microsoft.com/office/drawing/2014/main" id="{BE7187A9-71C0-5C5A-98A2-E3A70EE5E58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6" name="Google Shape;196;p44:notes">
            <a:extLst>
              <a:ext uri="{FF2B5EF4-FFF2-40B4-BE49-F238E27FC236}">
                <a16:creationId xmlns:a16="http://schemas.microsoft.com/office/drawing/2014/main" id="{1B390908-985E-0840-C22D-0AF2DB53C4B5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756000" y="5078520"/>
            <a:ext cx="6047640" cy="48110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97" name="Google Shape;197;p44:notes">
            <a:extLst>
              <a:ext uri="{FF2B5EF4-FFF2-40B4-BE49-F238E27FC236}">
                <a16:creationId xmlns:a16="http://schemas.microsoft.com/office/drawing/2014/main" id="{1ADEE579-19C5-F200-390A-11D71D1D634D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217488" y="812800"/>
            <a:ext cx="7124700" cy="4008438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</p:spTree>
    <p:extLst>
      <p:ext uri="{BB962C8B-B14F-4D97-AF65-F5344CB8AC3E}">
        <p14:creationId xmlns:p14="http://schemas.microsoft.com/office/powerpoint/2010/main" val="125237330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5">
          <a:extLst>
            <a:ext uri="{FF2B5EF4-FFF2-40B4-BE49-F238E27FC236}">
              <a16:creationId xmlns:a16="http://schemas.microsoft.com/office/drawing/2014/main" id="{95188118-B3B2-FCEC-C1AE-8E1AE214D47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6" name="Google Shape;196;p44:notes">
            <a:extLst>
              <a:ext uri="{FF2B5EF4-FFF2-40B4-BE49-F238E27FC236}">
                <a16:creationId xmlns:a16="http://schemas.microsoft.com/office/drawing/2014/main" id="{0A6CB083-DA48-8AC9-5B1E-A45A463711D5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756000" y="5078520"/>
            <a:ext cx="6047640" cy="48110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97" name="Google Shape;197;p44:notes">
            <a:extLst>
              <a:ext uri="{FF2B5EF4-FFF2-40B4-BE49-F238E27FC236}">
                <a16:creationId xmlns:a16="http://schemas.microsoft.com/office/drawing/2014/main" id="{C60C21F6-8D1B-051B-8CF4-2E295BFD96EF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217488" y="812800"/>
            <a:ext cx="7124700" cy="4008438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</p:spTree>
    <p:extLst>
      <p:ext uri="{BB962C8B-B14F-4D97-AF65-F5344CB8AC3E}">
        <p14:creationId xmlns:p14="http://schemas.microsoft.com/office/powerpoint/2010/main" val="460011908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5">
          <a:extLst>
            <a:ext uri="{FF2B5EF4-FFF2-40B4-BE49-F238E27FC236}">
              <a16:creationId xmlns:a16="http://schemas.microsoft.com/office/drawing/2014/main" id="{C17E1C49-3313-6E58-F661-2A86CC9FD1F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6" name="Google Shape;196;p44:notes">
            <a:extLst>
              <a:ext uri="{FF2B5EF4-FFF2-40B4-BE49-F238E27FC236}">
                <a16:creationId xmlns:a16="http://schemas.microsoft.com/office/drawing/2014/main" id="{0A3CD291-2D23-6E61-2B18-1E4E2785E812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756000" y="5078520"/>
            <a:ext cx="6047640" cy="48110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97" name="Google Shape;197;p44:notes">
            <a:extLst>
              <a:ext uri="{FF2B5EF4-FFF2-40B4-BE49-F238E27FC236}">
                <a16:creationId xmlns:a16="http://schemas.microsoft.com/office/drawing/2014/main" id="{1B2FD83A-D393-289C-1025-37482C87871E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217488" y="812800"/>
            <a:ext cx="7124700" cy="4008438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</p:spTree>
    <p:extLst>
      <p:ext uri="{BB962C8B-B14F-4D97-AF65-F5344CB8AC3E}">
        <p14:creationId xmlns:p14="http://schemas.microsoft.com/office/powerpoint/2010/main" val="2412843800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5">
          <a:extLst>
            <a:ext uri="{FF2B5EF4-FFF2-40B4-BE49-F238E27FC236}">
              <a16:creationId xmlns:a16="http://schemas.microsoft.com/office/drawing/2014/main" id="{22462F49-59BB-F6BD-2C64-515A0A0BE14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6" name="Google Shape;196;p44:notes">
            <a:extLst>
              <a:ext uri="{FF2B5EF4-FFF2-40B4-BE49-F238E27FC236}">
                <a16:creationId xmlns:a16="http://schemas.microsoft.com/office/drawing/2014/main" id="{1F168D3C-CEDC-7914-4946-11E616493267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756000" y="5078520"/>
            <a:ext cx="6047640" cy="48110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97" name="Google Shape;197;p44:notes">
            <a:extLst>
              <a:ext uri="{FF2B5EF4-FFF2-40B4-BE49-F238E27FC236}">
                <a16:creationId xmlns:a16="http://schemas.microsoft.com/office/drawing/2014/main" id="{28300514-31DA-9FFB-2129-F21020BCEBC7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217488" y="812800"/>
            <a:ext cx="7124700" cy="4008438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</p:spTree>
    <p:extLst>
      <p:ext uri="{BB962C8B-B14F-4D97-AF65-F5344CB8AC3E}">
        <p14:creationId xmlns:p14="http://schemas.microsoft.com/office/powerpoint/2010/main" val="2098394375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5">
          <a:extLst>
            <a:ext uri="{FF2B5EF4-FFF2-40B4-BE49-F238E27FC236}">
              <a16:creationId xmlns:a16="http://schemas.microsoft.com/office/drawing/2014/main" id="{AC92A85E-1E30-0280-FF51-A61F2904DC1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6" name="Google Shape;196;p44:notes">
            <a:extLst>
              <a:ext uri="{FF2B5EF4-FFF2-40B4-BE49-F238E27FC236}">
                <a16:creationId xmlns:a16="http://schemas.microsoft.com/office/drawing/2014/main" id="{10EF894C-2A96-A8C0-9A16-AB1BA89DB0D3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756000" y="5078520"/>
            <a:ext cx="6047640" cy="48110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97" name="Google Shape;197;p44:notes">
            <a:extLst>
              <a:ext uri="{FF2B5EF4-FFF2-40B4-BE49-F238E27FC236}">
                <a16:creationId xmlns:a16="http://schemas.microsoft.com/office/drawing/2014/main" id="{ECC47B8C-8354-0E93-99A0-12809C5282A9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217488" y="812800"/>
            <a:ext cx="7124700" cy="4008438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</p:spTree>
    <p:extLst>
      <p:ext uri="{BB962C8B-B14F-4D97-AF65-F5344CB8AC3E}">
        <p14:creationId xmlns:p14="http://schemas.microsoft.com/office/powerpoint/2010/main" val="3247045869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5">
          <a:extLst>
            <a:ext uri="{FF2B5EF4-FFF2-40B4-BE49-F238E27FC236}">
              <a16:creationId xmlns:a16="http://schemas.microsoft.com/office/drawing/2014/main" id="{07BBB8DE-3772-74BC-186D-C038AF37365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6" name="Google Shape;196;p44:notes">
            <a:extLst>
              <a:ext uri="{FF2B5EF4-FFF2-40B4-BE49-F238E27FC236}">
                <a16:creationId xmlns:a16="http://schemas.microsoft.com/office/drawing/2014/main" id="{2D880925-4441-3A91-241B-762A78C0836C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756000" y="5078520"/>
            <a:ext cx="6047640" cy="48110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97" name="Google Shape;197;p44:notes">
            <a:extLst>
              <a:ext uri="{FF2B5EF4-FFF2-40B4-BE49-F238E27FC236}">
                <a16:creationId xmlns:a16="http://schemas.microsoft.com/office/drawing/2014/main" id="{17EDF41C-8F06-DB75-F217-C152024CCE7A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217488" y="812800"/>
            <a:ext cx="7124700" cy="4008438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</p:spTree>
    <p:extLst>
      <p:ext uri="{BB962C8B-B14F-4D97-AF65-F5344CB8AC3E}">
        <p14:creationId xmlns:p14="http://schemas.microsoft.com/office/powerpoint/2010/main" val="1075380994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5">
          <a:extLst>
            <a:ext uri="{FF2B5EF4-FFF2-40B4-BE49-F238E27FC236}">
              <a16:creationId xmlns:a16="http://schemas.microsoft.com/office/drawing/2014/main" id="{D8FE61CC-5324-5EB7-C0F6-4F612A0A354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6" name="Google Shape;196;p44:notes">
            <a:extLst>
              <a:ext uri="{FF2B5EF4-FFF2-40B4-BE49-F238E27FC236}">
                <a16:creationId xmlns:a16="http://schemas.microsoft.com/office/drawing/2014/main" id="{A5E0D87A-62A8-85E8-8D51-F7D0DB3D34C7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756000" y="5078520"/>
            <a:ext cx="6047640" cy="48110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97" name="Google Shape;197;p44:notes">
            <a:extLst>
              <a:ext uri="{FF2B5EF4-FFF2-40B4-BE49-F238E27FC236}">
                <a16:creationId xmlns:a16="http://schemas.microsoft.com/office/drawing/2014/main" id="{B129A31C-1DF2-DDE8-8601-5E59D35633BB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217488" y="812800"/>
            <a:ext cx="7124700" cy="4008438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</p:spTree>
    <p:extLst>
      <p:ext uri="{BB962C8B-B14F-4D97-AF65-F5344CB8AC3E}">
        <p14:creationId xmlns:p14="http://schemas.microsoft.com/office/powerpoint/2010/main" val="2906321950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5">
          <a:extLst>
            <a:ext uri="{FF2B5EF4-FFF2-40B4-BE49-F238E27FC236}">
              <a16:creationId xmlns:a16="http://schemas.microsoft.com/office/drawing/2014/main" id="{55B65A49-2247-E2FA-3F3A-7BB3AFB472E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6" name="Google Shape;196;p44:notes">
            <a:extLst>
              <a:ext uri="{FF2B5EF4-FFF2-40B4-BE49-F238E27FC236}">
                <a16:creationId xmlns:a16="http://schemas.microsoft.com/office/drawing/2014/main" id="{EA2EADD1-0393-3C9F-91C1-8293FC77787E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756000" y="5078520"/>
            <a:ext cx="6047640" cy="48110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97" name="Google Shape;197;p44:notes">
            <a:extLst>
              <a:ext uri="{FF2B5EF4-FFF2-40B4-BE49-F238E27FC236}">
                <a16:creationId xmlns:a16="http://schemas.microsoft.com/office/drawing/2014/main" id="{F9E60063-DBAC-B286-6BD1-6933436A3F77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217488" y="812800"/>
            <a:ext cx="7124700" cy="4008438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</p:spTree>
    <p:extLst>
      <p:ext uri="{BB962C8B-B14F-4D97-AF65-F5344CB8AC3E}">
        <p14:creationId xmlns:p14="http://schemas.microsoft.com/office/powerpoint/2010/main" val="3878251262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5">
          <a:extLst>
            <a:ext uri="{FF2B5EF4-FFF2-40B4-BE49-F238E27FC236}">
              <a16:creationId xmlns:a16="http://schemas.microsoft.com/office/drawing/2014/main" id="{DCF65D77-C50A-728F-7FDA-1621F05CE45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6" name="Google Shape;196;p44:notes">
            <a:extLst>
              <a:ext uri="{FF2B5EF4-FFF2-40B4-BE49-F238E27FC236}">
                <a16:creationId xmlns:a16="http://schemas.microsoft.com/office/drawing/2014/main" id="{07C42889-0337-F6CB-F91C-D47EFDA6DC6A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756000" y="5078520"/>
            <a:ext cx="6047640" cy="48110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97" name="Google Shape;197;p44:notes">
            <a:extLst>
              <a:ext uri="{FF2B5EF4-FFF2-40B4-BE49-F238E27FC236}">
                <a16:creationId xmlns:a16="http://schemas.microsoft.com/office/drawing/2014/main" id="{85AC1AAD-7945-EE13-7C10-7A1095A38126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217488" y="812800"/>
            <a:ext cx="7124700" cy="4008438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</p:spTree>
    <p:extLst>
      <p:ext uri="{BB962C8B-B14F-4D97-AF65-F5344CB8AC3E}">
        <p14:creationId xmlns:p14="http://schemas.microsoft.com/office/powerpoint/2010/main" val="1433996310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5">
          <a:extLst>
            <a:ext uri="{FF2B5EF4-FFF2-40B4-BE49-F238E27FC236}">
              <a16:creationId xmlns:a16="http://schemas.microsoft.com/office/drawing/2014/main" id="{235F085A-759C-3391-1280-BCD550B3EFF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6" name="Google Shape;196;p44:notes">
            <a:extLst>
              <a:ext uri="{FF2B5EF4-FFF2-40B4-BE49-F238E27FC236}">
                <a16:creationId xmlns:a16="http://schemas.microsoft.com/office/drawing/2014/main" id="{667C90D2-2953-AF80-693B-69229FD51C2B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756000" y="5078520"/>
            <a:ext cx="6047640" cy="48110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97" name="Google Shape;197;p44:notes">
            <a:extLst>
              <a:ext uri="{FF2B5EF4-FFF2-40B4-BE49-F238E27FC236}">
                <a16:creationId xmlns:a16="http://schemas.microsoft.com/office/drawing/2014/main" id="{88B45F62-63DE-9F50-369E-CE36BBD1CC42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217488" y="812800"/>
            <a:ext cx="7124700" cy="4008438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</p:spTree>
    <p:extLst>
      <p:ext uri="{BB962C8B-B14F-4D97-AF65-F5344CB8AC3E}">
        <p14:creationId xmlns:p14="http://schemas.microsoft.com/office/powerpoint/2010/main" val="439135133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5">
          <a:extLst>
            <a:ext uri="{FF2B5EF4-FFF2-40B4-BE49-F238E27FC236}">
              <a16:creationId xmlns:a16="http://schemas.microsoft.com/office/drawing/2014/main" id="{70A82581-F33A-0C5F-3138-97CE94CBF9A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6" name="Google Shape;196;p44:notes">
            <a:extLst>
              <a:ext uri="{FF2B5EF4-FFF2-40B4-BE49-F238E27FC236}">
                <a16:creationId xmlns:a16="http://schemas.microsoft.com/office/drawing/2014/main" id="{42F0185E-729F-B4CA-765D-EA971B6AD73F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756000" y="5078520"/>
            <a:ext cx="6047640" cy="48110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97" name="Google Shape;197;p44:notes">
            <a:extLst>
              <a:ext uri="{FF2B5EF4-FFF2-40B4-BE49-F238E27FC236}">
                <a16:creationId xmlns:a16="http://schemas.microsoft.com/office/drawing/2014/main" id="{45DC6CD9-84E6-AE46-CBF5-3442D77623BF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217488" y="812800"/>
            <a:ext cx="7124700" cy="4008438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</p:spTree>
    <p:extLst>
      <p:ext uri="{BB962C8B-B14F-4D97-AF65-F5344CB8AC3E}">
        <p14:creationId xmlns:p14="http://schemas.microsoft.com/office/powerpoint/2010/main" val="59043060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5">
          <a:extLst>
            <a:ext uri="{FF2B5EF4-FFF2-40B4-BE49-F238E27FC236}">
              <a16:creationId xmlns:a16="http://schemas.microsoft.com/office/drawing/2014/main" id="{DE9049B9-A0D3-B842-A3AD-93974112379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6" name="Google Shape;196;p44:notes">
            <a:extLst>
              <a:ext uri="{FF2B5EF4-FFF2-40B4-BE49-F238E27FC236}">
                <a16:creationId xmlns:a16="http://schemas.microsoft.com/office/drawing/2014/main" id="{5D622D53-354F-F7B6-7B23-38C3A1F33864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756000" y="5078520"/>
            <a:ext cx="6047640" cy="48110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97" name="Google Shape;197;p44:notes">
            <a:extLst>
              <a:ext uri="{FF2B5EF4-FFF2-40B4-BE49-F238E27FC236}">
                <a16:creationId xmlns:a16="http://schemas.microsoft.com/office/drawing/2014/main" id="{AA17A7A4-A991-B69D-5577-A56040E178BA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217488" y="812800"/>
            <a:ext cx="7124700" cy="4008438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</p:spTree>
    <p:extLst>
      <p:ext uri="{BB962C8B-B14F-4D97-AF65-F5344CB8AC3E}">
        <p14:creationId xmlns:p14="http://schemas.microsoft.com/office/powerpoint/2010/main" val="2758513419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5">
          <a:extLst>
            <a:ext uri="{FF2B5EF4-FFF2-40B4-BE49-F238E27FC236}">
              <a16:creationId xmlns:a16="http://schemas.microsoft.com/office/drawing/2014/main" id="{5E79C4B5-75BE-4AE9-0BD0-3752D069369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6" name="Google Shape;196;p44:notes">
            <a:extLst>
              <a:ext uri="{FF2B5EF4-FFF2-40B4-BE49-F238E27FC236}">
                <a16:creationId xmlns:a16="http://schemas.microsoft.com/office/drawing/2014/main" id="{B562E9D6-E896-C360-EE67-F1B8BBF39B7D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756000" y="5078520"/>
            <a:ext cx="6047640" cy="48110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97" name="Google Shape;197;p44:notes">
            <a:extLst>
              <a:ext uri="{FF2B5EF4-FFF2-40B4-BE49-F238E27FC236}">
                <a16:creationId xmlns:a16="http://schemas.microsoft.com/office/drawing/2014/main" id="{2741FDFE-ABBE-A877-DAA5-51531FFA79E3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217488" y="812800"/>
            <a:ext cx="7124700" cy="4008438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</p:spTree>
    <p:extLst>
      <p:ext uri="{BB962C8B-B14F-4D97-AF65-F5344CB8AC3E}">
        <p14:creationId xmlns:p14="http://schemas.microsoft.com/office/powerpoint/2010/main" val="719026903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5">
          <a:extLst>
            <a:ext uri="{FF2B5EF4-FFF2-40B4-BE49-F238E27FC236}">
              <a16:creationId xmlns:a16="http://schemas.microsoft.com/office/drawing/2014/main" id="{FBAACE51-323D-247F-0B4C-D0F1D7D5651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6" name="Google Shape;196;p44:notes">
            <a:extLst>
              <a:ext uri="{FF2B5EF4-FFF2-40B4-BE49-F238E27FC236}">
                <a16:creationId xmlns:a16="http://schemas.microsoft.com/office/drawing/2014/main" id="{BA79D2E2-000B-BDAE-A9B6-8BDCF17EAAEF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756000" y="5078520"/>
            <a:ext cx="6047640" cy="48110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97" name="Google Shape;197;p44:notes">
            <a:extLst>
              <a:ext uri="{FF2B5EF4-FFF2-40B4-BE49-F238E27FC236}">
                <a16:creationId xmlns:a16="http://schemas.microsoft.com/office/drawing/2014/main" id="{667756EC-4B4A-4D50-06AE-3EF6B2929F32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217488" y="812800"/>
            <a:ext cx="7124700" cy="4008438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</p:spTree>
    <p:extLst>
      <p:ext uri="{BB962C8B-B14F-4D97-AF65-F5344CB8AC3E}">
        <p14:creationId xmlns:p14="http://schemas.microsoft.com/office/powerpoint/2010/main" val="1081305779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5">
          <a:extLst>
            <a:ext uri="{FF2B5EF4-FFF2-40B4-BE49-F238E27FC236}">
              <a16:creationId xmlns:a16="http://schemas.microsoft.com/office/drawing/2014/main" id="{B4208AE7-8547-2F57-5ADC-21CF0310D45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6" name="Google Shape;196;p44:notes">
            <a:extLst>
              <a:ext uri="{FF2B5EF4-FFF2-40B4-BE49-F238E27FC236}">
                <a16:creationId xmlns:a16="http://schemas.microsoft.com/office/drawing/2014/main" id="{6B2CD027-8A05-D432-429D-9C77167B005A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756000" y="5078520"/>
            <a:ext cx="6047640" cy="48110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97" name="Google Shape;197;p44:notes">
            <a:extLst>
              <a:ext uri="{FF2B5EF4-FFF2-40B4-BE49-F238E27FC236}">
                <a16:creationId xmlns:a16="http://schemas.microsoft.com/office/drawing/2014/main" id="{8F36820B-1091-2F8F-0F6D-6FD76C5FFCA3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217488" y="812800"/>
            <a:ext cx="7124700" cy="4008438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</p:spTree>
    <p:extLst>
      <p:ext uri="{BB962C8B-B14F-4D97-AF65-F5344CB8AC3E}">
        <p14:creationId xmlns:p14="http://schemas.microsoft.com/office/powerpoint/2010/main" val="2591934646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5">
          <a:extLst>
            <a:ext uri="{FF2B5EF4-FFF2-40B4-BE49-F238E27FC236}">
              <a16:creationId xmlns:a16="http://schemas.microsoft.com/office/drawing/2014/main" id="{D21B4E44-C738-C591-4B14-9FAEE1FF993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6" name="Google Shape;196;p44:notes">
            <a:extLst>
              <a:ext uri="{FF2B5EF4-FFF2-40B4-BE49-F238E27FC236}">
                <a16:creationId xmlns:a16="http://schemas.microsoft.com/office/drawing/2014/main" id="{83A0C3AA-54F5-55FD-7D37-48070B4C56EA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756000" y="5078520"/>
            <a:ext cx="6047640" cy="48110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97" name="Google Shape;197;p44:notes">
            <a:extLst>
              <a:ext uri="{FF2B5EF4-FFF2-40B4-BE49-F238E27FC236}">
                <a16:creationId xmlns:a16="http://schemas.microsoft.com/office/drawing/2014/main" id="{B3910829-79C6-EC98-D4FB-06C0B0E0CD9D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217488" y="812800"/>
            <a:ext cx="7124700" cy="4008438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</p:spTree>
    <p:extLst>
      <p:ext uri="{BB962C8B-B14F-4D97-AF65-F5344CB8AC3E}">
        <p14:creationId xmlns:p14="http://schemas.microsoft.com/office/powerpoint/2010/main" val="461246272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5">
          <a:extLst>
            <a:ext uri="{FF2B5EF4-FFF2-40B4-BE49-F238E27FC236}">
              <a16:creationId xmlns:a16="http://schemas.microsoft.com/office/drawing/2014/main" id="{0BBB4FD6-E7B2-DB3F-FECB-C4459AD8841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6" name="Google Shape;196;p44:notes">
            <a:extLst>
              <a:ext uri="{FF2B5EF4-FFF2-40B4-BE49-F238E27FC236}">
                <a16:creationId xmlns:a16="http://schemas.microsoft.com/office/drawing/2014/main" id="{51887E6C-38A0-9E7B-0122-27180DEB7B0C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756000" y="5078520"/>
            <a:ext cx="6047640" cy="48110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97" name="Google Shape;197;p44:notes">
            <a:extLst>
              <a:ext uri="{FF2B5EF4-FFF2-40B4-BE49-F238E27FC236}">
                <a16:creationId xmlns:a16="http://schemas.microsoft.com/office/drawing/2014/main" id="{9B25F26F-FF29-E41C-B81E-58060CEB78A5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217488" y="812800"/>
            <a:ext cx="7124700" cy="4008438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</p:spTree>
    <p:extLst>
      <p:ext uri="{BB962C8B-B14F-4D97-AF65-F5344CB8AC3E}">
        <p14:creationId xmlns:p14="http://schemas.microsoft.com/office/powerpoint/2010/main" val="1008537522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5">
          <a:extLst>
            <a:ext uri="{FF2B5EF4-FFF2-40B4-BE49-F238E27FC236}">
              <a16:creationId xmlns:a16="http://schemas.microsoft.com/office/drawing/2014/main" id="{94670CA6-35B3-ECDA-E631-632532E45DD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6" name="Google Shape;196;p44:notes">
            <a:extLst>
              <a:ext uri="{FF2B5EF4-FFF2-40B4-BE49-F238E27FC236}">
                <a16:creationId xmlns:a16="http://schemas.microsoft.com/office/drawing/2014/main" id="{F6D56818-828A-8AC0-64D4-5A37D694DC20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756000" y="5078520"/>
            <a:ext cx="6047640" cy="48110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97" name="Google Shape;197;p44:notes">
            <a:extLst>
              <a:ext uri="{FF2B5EF4-FFF2-40B4-BE49-F238E27FC236}">
                <a16:creationId xmlns:a16="http://schemas.microsoft.com/office/drawing/2014/main" id="{D77F5074-29EE-813C-9883-083B120CB69B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217488" y="812800"/>
            <a:ext cx="7124700" cy="4008438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</p:spTree>
    <p:extLst>
      <p:ext uri="{BB962C8B-B14F-4D97-AF65-F5344CB8AC3E}">
        <p14:creationId xmlns:p14="http://schemas.microsoft.com/office/powerpoint/2010/main" val="361896662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5">
          <a:extLst>
            <a:ext uri="{FF2B5EF4-FFF2-40B4-BE49-F238E27FC236}">
              <a16:creationId xmlns:a16="http://schemas.microsoft.com/office/drawing/2014/main" id="{26767632-6D6A-6552-E99E-B51D939AEBC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6" name="Google Shape;196;p44:notes">
            <a:extLst>
              <a:ext uri="{FF2B5EF4-FFF2-40B4-BE49-F238E27FC236}">
                <a16:creationId xmlns:a16="http://schemas.microsoft.com/office/drawing/2014/main" id="{6643A2AE-3E1D-AFC9-38FC-AA78503361A0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756000" y="5078520"/>
            <a:ext cx="6047640" cy="48110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97" name="Google Shape;197;p44:notes">
            <a:extLst>
              <a:ext uri="{FF2B5EF4-FFF2-40B4-BE49-F238E27FC236}">
                <a16:creationId xmlns:a16="http://schemas.microsoft.com/office/drawing/2014/main" id="{08ED8193-AEA8-AFC4-5E21-58A9EC179AE9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217488" y="812800"/>
            <a:ext cx="7124700" cy="4008438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</p:spTree>
    <p:extLst>
      <p:ext uri="{BB962C8B-B14F-4D97-AF65-F5344CB8AC3E}">
        <p14:creationId xmlns:p14="http://schemas.microsoft.com/office/powerpoint/2010/main" val="3598739154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5">
          <a:extLst>
            <a:ext uri="{FF2B5EF4-FFF2-40B4-BE49-F238E27FC236}">
              <a16:creationId xmlns:a16="http://schemas.microsoft.com/office/drawing/2014/main" id="{F33FBCF6-0C5A-C141-8BB1-8BE892799F8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6" name="Google Shape;196;p44:notes">
            <a:extLst>
              <a:ext uri="{FF2B5EF4-FFF2-40B4-BE49-F238E27FC236}">
                <a16:creationId xmlns:a16="http://schemas.microsoft.com/office/drawing/2014/main" id="{04D877A3-DC75-4A6F-CA3C-9AB5DF3F7E09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756000" y="5078520"/>
            <a:ext cx="6047640" cy="48110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97" name="Google Shape;197;p44:notes">
            <a:extLst>
              <a:ext uri="{FF2B5EF4-FFF2-40B4-BE49-F238E27FC236}">
                <a16:creationId xmlns:a16="http://schemas.microsoft.com/office/drawing/2014/main" id="{C2C37D6B-8C1D-4EB1-A3B5-17DCEA1EE34A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217488" y="812800"/>
            <a:ext cx="7124700" cy="4008438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</p:spTree>
    <p:extLst>
      <p:ext uri="{BB962C8B-B14F-4D97-AF65-F5344CB8AC3E}">
        <p14:creationId xmlns:p14="http://schemas.microsoft.com/office/powerpoint/2010/main" val="3939152915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5">
          <a:extLst>
            <a:ext uri="{FF2B5EF4-FFF2-40B4-BE49-F238E27FC236}">
              <a16:creationId xmlns:a16="http://schemas.microsoft.com/office/drawing/2014/main" id="{12CB37BB-C4CB-FCA9-C7A6-DB70FBCD83D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6" name="Google Shape;196;p44:notes">
            <a:extLst>
              <a:ext uri="{FF2B5EF4-FFF2-40B4-BE49-F238E27FC236}">
                <a16:creationId xmlns:a16="http://schemas.microsoft.com/office/drawing/2014/main" id="{92C17BAB-8854-328F-F080-52C2B184EE52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756000" y="5078520"/>
            <a:ext cx="6047640" cy="48110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97" name="Google Shape;197;p44:notes">
            <a:extLst>
              <a:ext uri="{FF2B5EF4-FFF2-40B4-BE49-F238E27FC236}">
                <a16:creationId xmlns:a16="http://schemas.microsoft.com/office/drawing/2014/main" id="{D360A01A-F9C8-2AF0-DF16-81081AD202DF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217488" y="812800"/>
            <a:ext cx="7124700" cy="4008438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</p:spTree>
    <p:extLst>
      <p:ext uri="{BB962C8B-B14F-4D97-AF65-F5344CB8AC3E}">
        <p14:creationId xmlns:p14="http://schemas.microsoft.com/office/powerpoint/2010/main" val="2511201428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5">
          <a:extLst>
            <a:ext uri="{FF2B5EF4-FFF2-40B4-BE49-F238E27FC236}">
              <a16:creationId xmlns:a16="http://schemas.microsoft.com/office/drawing/2014/main" id="{7856D21A-6F80-375C-6D4A-E6A68796424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6" name="Google Shape;196;p44:notes">
            <a:extLst>
              <a:ext uri="{FF2B5EF4-FFF2-40B4-BE49-F238E27FC236}">
                <a16:creationId xmlns:a16="http://schemas.microsoft.com/office/drawing/2014/main" id="{89258141-C379-F499-4D31-2F8706DD1FCF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756000" y="5078520"/>
            <a:ext cx="6047640" cy="48110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97" name="Google Shape;197;p44:notes">
            <a:extLst>
              <a:ext uri="{FF2B5EF4-FFF2-40B4-BE49-F238E27FC236}">
                <a16:creationId xmlns:a16="http://schemas.microsoft.com/office/drawing/2014/main" id="{1779E352-6993-14AF-1853-56C2A265A46E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217488" y="812800"/>
            <a:ext cx="7124700" cy="4008438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</p:spTree>
    <p:extLst>
      <p:ext uri="{BB962C8B-B14F-4D97-AF65-F5344CB8AC3E}">
        <p14:creationId xmlns:p14="http://schemas.microsoft.com/office/powerpoint/2010/main" val="1277828518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5">
          <a:extLst>
            <a:ext uri="{FF2B5EF4-FFF2-40B4-BE49-F238E27FC236}">
              <a16:creationId xmlns:a16="http://schemas.microsoft.com/office/drawing/2014/main" id="{CA910CC8-45D2-E09D-F3D9-EA454AF0EE8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6" name="Google Shape;196;p44:notes">
            <a:extLst>
              <a:ext uri="{FF2B5EF4-FFF2-40B4-BE49-F238E27FC236}">
                <a16:creationId xmlns:a16="http://schemas.microsoft.com/office/drawing/2014/main" id="{618050E2-1264-FC85-CE9F-66E1453194EC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756000" y="5078520"/>
            <a:ext cx="6047640" cy="48110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97" name="Google Shape;197;p44:notes">
            <a:extLst>
              <a:ext uri="{FF2B5EF4-FFF2-40B4-BE49-F238E27FC236}">
                <a16:creationId xmlns:a16="http://schemas.microsoft.com/office/drawing/2014/main" id="{E90D5664-BC74-01F4-35FD-D24775796C53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217488" y="812800"/>
            <a:ext cx="7124700" cy="4008438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</p:spTree>
    <p:extLst>
      <p:ext uri="{BB962C8B-B14F-4D97-AF65-F5344CB8AC3E}">
        <p14:creationId xmlns:p14="http://schemas.microsoft.com/office/powerpoint/2010/main" val="3427475507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5">
          <a:extLst>
            <a:ext uri="{FF2B5EF4-FFF2-40B4-BE49-F238E27FC236}">
              <a16:creationId xmlns:a16="http://schemas.microsoft.com/office/drawing/2014/main" id="{95837CA8-7BEC-37A3-90F5-A2C52418663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6" name="Google Shape;196;p44:notes">
            <a:extLst>
              <a:ext uri="{FF2B5EF4-FFF2-40B4-BE49-F238E27FC236}">
                <a16:creationId xmlns:a16="http://schemas.microsoft.com/office/drawing/2014/main" id="{21EA5036-9AAD-53EF-0A69-5714ECB53219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756000" y="5078520"/>
            <a:ext cx="6047640" cy="48110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97" name="Google Shape;197;p44:notes">
            <a:extLst>
              <a:ext uri="{FF2B5EF4-FFF2-40B4-BE49-F238E27FC236}">
                <a16:creationId xmlns:a16="http://schemas.microsoft.com/office/drawing/2014/main" id="{73129BA5-642E-75D6-87D6-569B7545C686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217488" y="812800"/>
            <a:ext cx="7124700" cy="4008438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</p:spTree>
    <p:extLst>
      <p:ext uri="{BB962C8B-B14F-4D97-AF65-F5344CB8AC3E}">
        <p14:creationId xmlns:p14="http://schemas.microsoft.com/office/powerpoint/2010/main" val="4162872223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5">
          <a:extLst>
            <a:ext uri="{FF2B5EF4-FFF2-40B4-BE49-F238E27FC236}">
              <a16:creationId xmlns:a16="http://schemas.microsoft.com/office/drawing/2014/main" id="{30F198AA-FC24-D7C4-77A1-F2C90C4E50A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6" name="Google Shape;196;p44:notes">
            <a:extLst>
              <a:ext uri="{FF2B5EF4-FFF2-40B4-BE49-F238E27FC236}">
                <a16:creationId xmlns:a16="http://schemas.microsoft.com/office/drawing/2014/main" id="{87079D3F-88D0-5B6C-2D98-A6D8BD593833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756000" y="5078520"/>
            <a:ext cx="6047640" cy="48110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97" name="Google Shape;197;p44:notes">
            <a:extLst>
              <a:ext uri="{FF2B5EF4-FFF2-40B4-BE49-F238E27FC236}">
                <a16:creationId xmlns:a16="http://schemas.microsoft.com/office/drawing/2014/main" id="{9618F6D8-9F52-BB0A-5135-75A6958BBB44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217488" y="812800"/>
            <a:ext cx="7124700" cy="4008438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</p:spTree>
    <p:extLst>
      <p:ext uri="{BB962C8B-B14F-4D97-AF65-F5344CB8AC3E}">
        <p14:creationId xmlns:p14="http://schemas.microsoft.com/office/powerpoint/2010/main" val="3677586548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5">
          <a:extLst>
            <a:ext uri="{FF2B5EF4-FFF2-40B4-BE49-F238E27FC236}">
              <a16:creationId xmlns:a16="http://schemas.microsoft.com/office/drawing/2014/main" id="{F5AB8908-33E9-774A-8EC9-455639F3FDE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6" name="Google Shape;196;p44:notes">
            <a:extLst>
              <a:ext uri="{FF2B5EF4-FFF2-40B4-BE49-F238E27FC236}">
                <a16:creationId xmlns:a16="http://schemas.microsoft.com/office/drawing/2014/main" id="{39B12561-77F9-AFBB-40C7-1C62D4481464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756000" y="5078520"/>
            <a:ext cx="6047640" cy="48110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97" name="Google Shape;197;p44:notes">
            <a:extLst>
              <a:ext uri="{FF2B5EF4-FFF2-40B4-BE49-F238E27FC236}">
                <a16:creationId xmlns:a16="http://schemas.microsoft.com/office/drawing/2014/main" id="{2CC23FE6-348B-AE64-B306-56EC92051489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217488" y="812800"/>
            <a:ext cx="7124700" cy="4008438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</p:spTree>
    <p:extLst>
      <p:ext uri="{BB962C8B-B14F-4D97-AF65-F5344CB8AC3E}">
        <p14:creationId xmlns:p14="http://schemas.microsoft.com/office/powerpoint/2010/main" val="3142553721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5">
          <a:extLst>
            <a:ext uri="{FF2B5EF4-FFF2-40B4-BE49-F238E27FC236}">
              <a16:creationId xmlns:a16="http://schemas.microsoft.com/office/drawing/2014/main" id="{4F03E514-7C84-3555-A9F8-64BA8BC5CAF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6" name="Google Shape;196;p44:notes">
            <a:extLst>
              <a:ext uri="{FF2B5EF4-FFF2-40B4-BE49-F238E27FC236}">
                <a16:creationId xmlns:a16="http://schemas.microsoft.com/office/drawing/2014/main" id="{062A3E71-54A8-67E0-268A-2A2AF38D5126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756000" y="5078520"/>
            <a:ext cx="6047640" cy="48110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97" name="Google Shape;197;p44:notes">
            <a:extLst>
              <a:ext uri="{FF2B5EF4-FFF2-40B4-BE49-F238E27FC236}">
                <a16:creationId xmlns:a16="http://schemas.microsoft.com/office/drawing/2014/main" id="{12429678-26F6-829A-190D-55A311F5F135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217488" y="812800"/>
            <a:ext cx="7124700" cy="4008438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</p:spTree>
    <p:extLst>
      <p:ext uri="{BB962C8B-B14F-4D97-AF65-F5344CB8AC3E}">
        <p14:creationId xmlns:p14="http://schemas.microsoft.com/office/powerpoint/2010/main" val="1246902516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5">
          <a:extLst>
            <a:ext uri="{FF2B5EF4-FFF2-40B4-BE49-F238E27FC236}">
              <a16:creationId xmlns:a16="http://schemas.microsoft.com/office/drawing/2014/main" id="{35E0F78F-43AC-F56D-B7FF-987D70E2149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6" name="Google Shape;196;p44:notes">
            <a:extLst>
              <a:ext uri="{FF2B5EF4-FFF2-40B4-BE49-F238E27FC236}">
                <a16:creationId xmlns:a16="http://schemas.microsoft.com/office/drawing/2014/main" id="{C0B2012E-46FE-6D99-4E50-E455859300DD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756000" y="5078520"/>
            <a:ext cx="6047640" cy="48110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97" name="Google Shape;197;p44:notes">
            <a:extLst>
              <a:ext uri="{FF2B5EF4-FFF2-40B4-BE49-F238E27FC236}">
                <a16:creationId xmlns:a16="http://schemas.microsoft.com/office/drawing/2014/main" id="{4EB633B0-EBB0-285B-21DE-A6AB937FDC29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217488" y="812800"/>
            <a:ext cx="7124700" cy="4008438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</p:spTree>
    <p:extLst>
      <p:ext uri="{BB962C8B-B14F-4D97-AF65-F5344CB8AC3E}">
        <p14:creationId xmlns:p14="http://schemas.microsoft.com/office/powerpoint/2010/main" val="2642074870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5">
          <a:extLst>
            <a:ext uri="{FF2B5EF4-FFF2-40B4-BE49-F238E27FC236}">
              <a16:creationId xmlns:a16="http://schemas.microsoft.com/office/drawing/2014/main" id="{693294C0-2CBB-CF79-F6F6-7738A47FFEE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6" name="Google Shape;196;p44:notes">
            <a:extLst>
              <a:ext uri="{FF2B5EF4-FFF2-40B4-BE49-F238E27FC236}">
                <a16:creationId xmlns:a16="http://schemas.microsoft.com/office/drawing/2014/main" id="{E34F75C0-A00D-899F-8C0A-B4332264690A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756000" y="5078520"/>
            <a:ext cx="6047640" cy="48110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97" name="Google Shape;197;p44:notes">
            <a:extLst>
              <a:ext uri="{FF2B5EF4-FFF2-40B4-BE49-F238E27FC236}">
                <a16:creationId xmlns:a16="http://schemas.microsoft.com/office/drawing/2014/main" id="{31900391-93A5-37C9-D0BE-0560B2F74956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217488" y="812800"/>
            <a:ext cx="7124700" cy="4008438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</p:spTree>
    <p:extLst>
      <p:ext uri="{BB962C8B-B14F-4D97-AF65-F5344CB8AC3E}">
        <p14:creationId xmlns:p14="http://schemas.microsoft.com/office/powerpoint/2010/main" val="3461321051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5">
          <a:extLst>
            <a:ext uri="{FF2B5EF4-FFF2-40B4-BE49-F238E27FC236}">
              <a16:creationId xmlns:a16="http://schemas.microsoft.com/office/drawing/2014/main" id="{BA765D4C-09BD-F576-DE0F-EF6BF41258C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6" name="Google Shape;196;p44:notes">
            <a:extLst>
              <a:ext uri="{FF2B5EF4-FFF2-40B4-BE49-F238E27FC236}">
                <a16:creationId xmlns:a16="http://schemas.microsoft.com/office/drawing/2014/main" id="{B2059146-0F54-7509-C534-6C62C6586B93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756000" y="5078520"/>
            <a:ext cx="6047640" cy="48110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97" name="Google Shape;197;p44:notes">
            <a:extLst>
              <a:ext uri="{FF2B5EF4-FFF2-40B4-BE49-F238E27FC236}">
                <a16:creationId xmlns:a16="http://schemas.microsoft.com/office/drawing/2014/main" id="{9C739F5C-6D8F-3F68-917B-D7955E23C5EF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217488" y="812800"/>
            <a:ext cx="7124700" cy="4008438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</p:spTree>
    <p:extLst>
      <p:ext uri="{BB962C8B-B14F-4D97-AF65-F5344CB8AC3E}">
        <p14:creationId xmlns:p14="http://schemas.microsoft.com/office/powerpoint/2010/main" val="3801406387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5">
          <a:extLst>
            <a:ext uri="{FF2B5EF4-FFF2-40B4-BE49-F238E27FC236}">
              <a16:creationId xmlns:a16="http://schemas.microsoft.com/office/drawing/2014/main" id="{CC3C8252-301C-5851-DD96-CB0B3D1E02F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6" name="Google Shape;196;p44:notes">
            <a:extLst>
              <a:ext uri="{FF2B5EF4-FFF2-40B4-BE49-F238E27FC236}">
                <a16:creationId xmlns:a16="http://schemas.microsoft.com/office/drawing/2014/main" id="{ED08F3A7-AE80-143C-600B-4627A889B1F4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756000" y="5078520"/>
            <a:ext cx="6047640" cy="48110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97" name="Google Shape;197;p44:notes">
            <a:extLst>
              <a:ext uri="{FF2B5EF4-FFF2-40B4-BE49-F238E27FC236}">
                <a16:creationId xmlns:a16="http://schemas.microsoft.com/office/drawing/2014/main" id="{2B5399B4-772E-8DAE-581C-EE42F1B256EC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217488" y="812800"/>
            <a:ext cx="7124700" cy="4008438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</p:spTree>
    <p:extLst>
      <p:ext uri="{BB962C8B-B14F-4D97-AF65-F5344CB8AC3E}">
        <p14:creationId xmlns:p14="http://schemas.microsoft.com/office/powerpoint/2010/main" val="225599346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x">
  <p:cSld name="TITLE_AND_BODY">
    <p:spTree>
      <p:nvGrpSpPr>
        <p:cNvPr id="1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46"/>
          <p:cNvSpPr txBox="1">
            <a:spLocks noGrp="1"/>
          </p:cNvSpPr>
          <p:nvPr>
            <p:ph type="title"/>
          </p:nvPr>
        </p:nvSpPr>
        <p:spPr>
          <a:xfrm>
            <a:off x="311760" y="744480"/>
            <a:ext cx="8520120" cy="20523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5" name="Google Shape;15;p46"/>
          <p:cNvSpPr txBox="1">
            <a:spLocks noGrp="1"/>
          </p:cNvSpPr>
          <p:nvPr>
            <p:ph type="subTitle" idx="1"/>
          </p:nvPr>
        </p:nvSpPr>
        <p:spPr>
          <a:xfrm>
            <a:off x="457200" y="1203480"/>
            <a:ext cx="8229240" cy="29829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6" name="Google Shape;16;p46"/>
          <p:cNvSpPr txBox="1">
            <a:spLocks noGrp="1"/>
          </p:cNvSpPr>
          <p:nvPr>
            <p:ph type="sldNum" idx="12"/>
          </p:nvPr>
        </p:nvSpPr>
        <p:spPr>
          <a:xfrm>
            <a:off x="8472600" y="4663080"/>
            <a:ext cx="548280" cy="3931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 Slide" type="blank">
  <p:cSld name="BLANK">
    <p:spTree>
      <p:nvGrpSpPr>
        <p:cNvPr id="1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63"/>
          <p:cNvSpPr txBox="1">
            <a:spLocks noGrp="1"/>
          </p:cNvSpPr>
          <p:nvPr>
            <p:ph type="sldNum" idx="12"/>
          </p:nvPr>
        </p:nvSpPr>
        <p:spPr>
          <a:xfrm>
            <a:off x="8472600" y="4663080"/>
            <a:ext cx="548280" cy="3931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, Content" type="obj">
  <p:cSld name="OBJECT">
    <p:spTree>
      <p:nvGrpSpPr>
        <p:cNvPr id="1" name="Shape 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Google Shape;20;p64"/>
          <p:cNvSpPr txBox="1">
            <a:spLocks noGrp="1"/>
          </p:cNvSpPr>
          <p:nvPr>
            <p:ph type="title"/>
          </p:nvPr>
        </p:nvSpPr>
        <p:spPr>
          <a:xfrm>
            <a:off x="311760" y="744480"/>
            <a:ext cx="8520120" cy="20523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1" name="Google Shape;21;p64"/>
          <p:cNvSpPr txBox="1">
            <a:spLocks noGrp="1"/>
          </p:cNvSpPr>
          <p:nvPr>
            <p:ph type="body" idx="1"/>
          </p:nvPr>
        </p:nvSpPr>
        <p:spPr>
          <a:xfrm>
            <a:off x="457200" y="1203480"/>
            <a:ext cx="8229240" cy="29829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marL="91440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marL="137160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marL="182880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marL="228600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marL="274320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marL="320040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marL="365760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marL="411480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2" name="Google Shape;22;p64"/>
          <p:cNvSpPr txBox="1">
            <a:spLocks noGrp="1"/>
          </p:cNvSpPr>
          <p:nvPr>
            <p:ph type="sldNum" idx="12"/>
          </p:nvPr>
        </p:nvSpPr>
        <p:spPr>
          <a:xfrm>
            <a:off x="8472600" y="4663080"/>
            <a:ext cx="548280" cy="3931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, 2 Content" type="twoObj">
  <p:cSld name="TWO_OBJECTS">
    <p:spTree>
      <p:nvGrpSpPr>
        <p:cNvPr id="1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p65"/>
          <p:cNvSpPr txBox="1">
            <a:spLocks noGrp="1"/>
          </p:cNvSpPr>
          <p:nvPr>
            <p:ph type="title"/>
          </p:nvPr>
        </p:nvSpPr>
        <p:spPr>
          <a:xfrm>
            <a:off x="311760" y="744480"/>
            <a:ext cx="8520120" cy="20523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5" name="Google Shape;25;p65"/>
          <p:cNvSpPr txBox="1">
            <a:spLocks noGrp="1"/>
          </p:cNvSpPr>
          <p:nvPr>
            <p:ph type="body" idx="1"/>
          </p:nvPr>
        </p:nvSpPr>
        <p:spPr>
          <a:xfrm>
            <a:off x="457200" y="1203480"/>
            <a:ext cx="4015800" cy="29829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marL="91440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marL="137160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marL="182880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marL="228600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marL="274320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marL="320040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marL="365760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marL="411480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6" name="Google Shape;26;p65"/>
          <p:cNvSpPr txBox="1">
            <a:spLocks noGrp="1"/>
          </p:cNvSpPr>
          <p:nvPr>
            <p:ph type="body" idx="2"/>
          </p:nvPr>
        </p:nvSpPr>
        <p:spPr>
          <a:xfrm>
            <a:off x="4674240" y="1203480"/>
            <a:ext cx="4015800" cy="29829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marL="91440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marL="137160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marL="182880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marL="228600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marL="274320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marL="320040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marL="365760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marL="411480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7" name="Google Shape;27;p65"/>
          <p:cNvSpPr txBox="1">
            <a:spLocks noGrp="1"/>
          </p:cNvSpPr>
          <p:nvPr>
            <p:ph type="sldNum" idx="12"/>
          </p:nvPr>
        </p:nvSpPr>
        <p:spPr>
          <a:xfrm>
            <a:off x="8472600" y="4663080"/>
            <a:ext cx="548280" cy="3931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66"/>
          <p:cNvSpPr txBox="1">
            <a:spLocks noGrp="1"/>
          </p:cNvSpPr>
          <p:nvPr>
            <p:ph type="title"/>
          </p:nvPr>
        </p:nvSpPr>
        <p:spPr>
          <a:xfrm>
            <a:off x="311760" y="744480"/>
            <a:ext cx="8520120" cy="20523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0" name="Google Shape;30;p66"/>
          <p:cNvSpPr txBox="1">
            <a:spLocks noGrp="1"/>
          </p:cNvSpPr>
          <p:nvPr>
            <p:ph type="sldNum" idx="12"/>
          </p:nvPr>
        </p:nvSpPr>
        <p:spPr>
          <a:xfrm>
            <a:off x="8472600" y="4663080"/>
            <a:ext cx="548280" cy="3931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entered Text" type="objOnly">
  <p:cSld name="OBJECT_ONLY">
    <p:spTree>
      <p:nvGrpSpPr>
        <p:cNvPr id="1" name="Shape 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Google Shape;32;p67"/>
          <p:cNvSpPr txBox="1">
            <a:spLocks noGrp="1"/>
          </p:cNvSpPr>
          <p:nvPr>
            <p:ph type="subTitle" idx="1"/>
          </p:nvPr>
        </p:nvSpPr>
        <p:spPr>
          <a:xfrm>
            <a:off x="311760" y="744480"/>
            <a:ext cx="8520120" cy="95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3" name="Google Shape;33;p67"/>
          <p:cNvSpPr txBox="1">
            <a:spLocks noGrp="1"/>
          </p:cNvSpPr>
          <p:nvPr>
            <p:ph type="sldNum" idx="12"/>
          </p:nvPr>
        </p:nvSpPr>
        <p:spPr>
          <a:xfrm>
            <a:off x="8472600" y="4663080"/>
            <a:ext cx="548280" cy="3931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, 2 Content and Content" type="twoObjAndObj">
  <p:cSld name="TWO_OBJECTS_AND_OBJECT">
    <p:spTree>
      <p:nvGrpSpPr>
        <p:cNvPr id="1" name="Shape 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Google Shape;35;p68"/>
          <p:cNvSpPr txBox="1">
            <a:spLocks noGrp="1"/>
          </p:cNvSpPr>
          <p:nvPr>
            <p:ph type="title"/>
          </p:nvPr>
        </p:nvSpPr>
        <p:spPr>
          <a:xfrm>
            <a:off x="311760" y="744480"/>
            <a:ext cx="8520120" cy="20523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6" name="Google Shape;36;p68"/>
          <p:cNvSpPr txBox="1">
            <a:spLocks noGrp="1"/>
          </p:cNvSpPr>
          <p:nvPr>
            <p:ph type="body" idx="1"/>
          </p:nvPr>
        </p:nvSpPr>
        <p:spPr>
          <a:xfrm>
            <a:off x="457200" y="1203480"/>
            <a:ext cx="4015800" cy="14227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marL="91440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marL="137160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marL="182880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marL="228600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marL="274320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marL="320040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marL="365760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marL="411480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7" name="Google Shape;37;p68"/>
          <p:cNvSpPr txBox="1">
            <a:spLocks noGrp="1"/>
          </p:cNvSpPr>
          <p:nvPr>
            <p:ph type="body" idx="2"/>
          </p:nvPr>
        </p:nvSpPr>
        <p:spPr>
          <a:xfrm>
            <a:off x="4674240" y="1203480"/>
            <a:ext cx="4015800" cy="29829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marL="91440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marL="137160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marL="182880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marL="228600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marL="274320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marL="320040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marL="365760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marL="411480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8" name="Google Shape;38;p68"/>
          <p:cNvSpPr txBox="1">
            <a:spLocks noGrp="1"/>
          </p:cNvSpPr>
          <p:nvPr>
            <p:ph type="body" idx="3"/>
          </p:nvPr>
        </p:nvSpPr>
        <p:spPr>
          <a:xfrm>
            <a:off x="457200" y="2761920"/>
            <a:ext cx="4015800" cy="14227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marL="91440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marL="137160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marL="182880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marL="228600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marL="274320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marL="320040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marL="365760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marL="411480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9" name="Google Shape;39;p68"/>
          <p:cNvSpPr txBox="1">
            <a:spLocks noGrp="1"/>
          </p:cNvSpPr>
          <p:nvPr>
            <p:ph type="sldNum" idx="12"/>
          </p:nvPr>
        </p:nvSpPr>
        <p:spPr>
          <a:xfrm>
            <a:off x="8472600" y="4663080"/>
            <a:ext cx="548280" cy="3931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Content and 2 Content" type="objAndTwoObj">
  <p:cSld name="OBJECT_AND_TWO_OBJECTS">
    <p:spTree>
      <p:nvGrpSpPr>
        <p:cNvPr id="1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69"/>
          <p:cNvSpPr txBox="1">
            <a:spLocks noGrp="1"/>
          </p:cNvSpPr>
          <p:nvPr>
            <p:ph type="title"/>
          </p:nvPr>
        </p:nvSpPr>
        <p:spPr>
          <a:xfrm>
            <a:off x="311760" y="744480"/>
            <a:ext cx="8520120" cy="20523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2" name="Google Shape;42;p69"/>
          <p:cNvSpPr txBox="1">
            <a:spLocks noGrp="1"/>
          </p:cNvSpPr>
          <p:nvPr>
            <p:ph type="body" idx="1"/>
          </p:nvPr>
        </p:nvSpPr>
        <p:spPr>
          <a:xfrm>
            <a:off x="457200" y="1203480"/>
            <a:ext cx="4015800" cy="29829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marL="91440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marL="137160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marL="182880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marL="228600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marL="274320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marL="320040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marL="365760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marL="411480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3" name="Google Shape;43;p69"/>
          <p:cNvSpPr txBox="1">
            <a:spLocks noGrp="1"/>
          </p:cNvSpPr>
          <p:nvPr>
            <p:ph type="body" idx="2"/>
          </p:nvPr>
        </p:nvSpPr>
        <p:spPr>
          <a:xfrm>
            <a:off x="4674240" y="1203480"/>
            <a:ext cx="4015800" cy="14227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marL="91440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marL="137160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marL="182880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marL="228600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marL="274320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marL="320040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marL="365760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marL="411480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4" name="Google Shape;44;p69"/>
          <p:cNvSpPr txBox="1">
            <a:spLocks noGrp="1"/>
          </p:cNvSpPr>
          <p:nvPr>
            <p:ph type="body" idx="3"/>
          </p:nvPr>
        </p:nvSpPr>
        <p:spPr>
          <a:xfrm>
            <a:off x="4674240" y="2761920"/>
            <a:ext cx="4015800" cy="14227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marL="91440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marL="137160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marL="182880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marL="228600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marL="274320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marL="320040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marL="365760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marL="411480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5" name="Google Shape;45;p69"/>
          <p:cNvSpPr txBox="1">
            <a:spLocks noGrp="1"/>
          </p:cNvSpPr>
          <p:nvPr>
            <p:ph type="sldNum" idx="12"/>
          </p:nvPr>
        </p:nvSpPr>
        <p:spPr>
          <a:xfrm>
            <a:off x="8472600" y="4663080"/>
            <a:ext cx="548280" cy="3931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, 2 Content over Content" type="twoObjOverTx">
  <p:cSld name="TWO_OBJECTS_OVER_TEXT">
    <p:spTree>
      <p:nvGrpSpPr>
        <p:cNvPr id="1" name="Shape 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Google Shape;47;p70"/>
          <p:cNvSpPr txBox="1">
            <a:spLocks noGrp="1"/>
          </p:cNvSpPr>
          <p:nvPr>
            <p:ph type="title"/>
          </p:nvPr>
        </p:nvSpPr>
        <p:spPr>
          <a:xfrm>
            <a:off x="311760" y="744480"/>
            <a:ext cx="8520120" cy="20523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8" name="Google Shape;48;p70"/>
          <p:cNvSpPr txBox="1">
            <a:spLocks noGrp="1"/>
          </p:cNvSpPr>
          <p:nvPr>
            <p:ph type="body" idx="1"/>
          </p:nvPr>
        </p:nvSpPr>
        <p:spPr>
          <a:xfrm>
            <a:off x="457200" y="1203480"/>
            <a:ext cx="4015800" cy="14227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marL="91440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marL="137160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marL="182880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marL="228600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marL="274320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marL="320040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marL="365760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marL="411480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9" name="Google Shape;49;p70"/>
          <p:cNvSpPr txBox="1">
            <a:spLocks noGrp="1"/>
          </p:cNvSpPr>
          <p:nvPr>
            <p:ph type="body" idx="2"/>
          </p:nvPr>
        </p:nvSpPr>
        <p:spPr>
          <a:xfrm>
            <a:off x="4674240" y="1203480"/>
            <a:ext cx="4015800" cy="14227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marL="91440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marL="137160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marL="182880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marL="228600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marL="274320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marL="320040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marL="365760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marL="411480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0" name="Google Shape;50;p70"/>
          <p:cNvSpPr txBox="1">
            <a:spLocks noGrp="1"/>
          </p:cNvSpPr>
          <p:nvPr>
            <p:ph type="body" idx="3"/>
          </p:nvPr>
        </p:nvSpPr>
        <p:spPr>
          <a:xfrm>
            <a:off x="457200" y="2761920"/>
            <a:ext cx="8229240" cy="14227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marL="91440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marL="137160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marL="182880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marL="228600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marL="274320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marL="320040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marL="365760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marL="411480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1" name="Google Shape;51;p70"/>
          <p:cNvSpPr txBox="1">
            <a:spLocks noGrp="1"/>
          </p:cNvSpPr>
          <p:nvPr>
            <p:ph type="sldNum" idx="12"/>
          </p:nvPr>
        </p:nvSpPr>
        <p:spPr>
          <a:xfrm>
            <a:off x="8472600" y="4663080"/>
            <a:ext cx="548280" cy="3931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, Content over Content" type="objOverTx">
  <p:cSld name="OBJECT_OVER_TEXT">
    <p:spTree>
      <p:nvGrpSpPr>
        <p:cNvPr id="1" name="Shape 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Google Shape;53;p71"/>
          <p:cNvSpPr txBox="1">
            <a:spLocks noGrp="1"/>
          </p:cNvSpPr>
          <p:nvPr>
            <p:ph type="title"/>
          </p:nvPr>
        </p:nvSpPr>
        <p:spPr>
          <a:xfrm>
            <a:off x="311760" y="744480"/>
            <a:ext cx="8520120" cy="20523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4" name="Google Shape;54;p71"/>
          <p:cNvSpPr txBox="1">
            <a:spLocks noGrp="1"/>
          </p:cNvSpPr>
          <p:nvPr>
            <p:ph type="body" idx="1"/>
          </p:nvPr>
        </p:nvSpPr>
        <p:spPr>
          <a:xfrm>
            <a:off x="457200" y="1203480"/>
            <a:ext cx="8229240" cy="14227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marL="91440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marL="137160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marL="182880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marL="228600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marL="274320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marL="320040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marL="365760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marL="411480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5" name="Google Shape;55;p71"/>
          <p:cNvSpPr txBox="1">
            <a:spLocks noGrp="1"/>
          </p:cNvSpPr>
          <p:nvPr>
            <p:ph type="body" idx="2"/>
          </p:nvPr>
        </p:nvSpPr>
        <p:spPr>
          <a:xfrm>
            <a:off x="457200" y="2761920"/>
            <a:ext cx="8229240" cy="14227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marL="91440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marL="137160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marL="182880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marL="228600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marL="274320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marL="320040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marL="365760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marL="411480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6" name="Google Shape;56;p71"/>
          <p:cNvSpPr txBox="1">
            <a:spLocks noGrp="1"/>
          </p:cNvSpPr>
          <p:nvPr>
            <p:ph type="sldNum" idx="12"/>
          </p:nvPr>
        </p:nvSpPr>
        <p:spPr>
          <a:xfrm>
            <a:off x="8472600" y="4663080"/>
            <a:ext cx="548280" cy="3931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, 4 Content" type="fourObj">
  <p:cSld name="FOUR_OBJECTS">
    <p:spTree>
      <p:nvGrpSpPr>
        <p:cNvPr id="1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Google Shape;58;p72"/>
          <p:cNvSpPr txBox="1">
            <a:spLocks noGrp="1"/>
          </p:cNvSpPr>
          <p:nvPr>
            <p:ph type="title"/>
          </p:nvPr>
        </p:nvSpPr>
        <p:spPr>
          <a:xfrm>
            <a:off x="311760" y="744480"/>
            <a:ext cx="8520120" cy="20523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9" name="Google Shape;59;p72"/>
          <p:cNvSpPr txBox="1">
            <a:spLocks noGrp="1"/>
          </p:cNvSpPr>
          <p:nvPr>
            <p:ph type="body" idx="1"/>
          </p:nvPr>
        </p:nvSpPr>
        <p:spPr>
          <a:xfrm>
            <a:off x="457200" y="1203480"/>
            <a:ext cx="4015800" cy="14227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marL="91440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marL="137160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marL="182880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marL="228600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marL="274320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marL="320040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marL="365760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marL="411480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0" name="Google Shape;60;p72"/>
          <p:cNvSpPr txBox="1">
            <a:spLocks noGrp="1"/>
          </p:cNvSpPr>
          <p:nvPr>
            <p:ph type="body" idx="2"/>
          </p:nvPr>
        </p:nvSpPr>
        <p:spPr>
          <a:xfrm>
            <a:off x="4674240" y="1203480"/>
            <a:ext cx="4015800" cy="14227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marL="91440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marL="137160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marL="182880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marL="228600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marL="274320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marL="320040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marL="365760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marL="411480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1" name="Google Shape;61;p72"/>
          <p:cNvSpPr txBox="1">
            <a:spLocks noGrp="1"/>
          </p:cNvSpPr>
          <p:nvPr>
            <p:ph type="body" idx="3"/>
          </p:nvPr>
        </p:nvSpPr>
        <p:spPr>
          <a:xfrm>
            <a:off x="457200" y="2761920"/>
            <a:ext cx="4015800" cy="14227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marL="91440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marL="137160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marL="182880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marL="228600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marL="274320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marL="320040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marL="365760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marL="411480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2" name="Google Shape;62;p72"/>
          <p:cNvSpPr txBox="1">
            <a:spLocks noGrp="1"/>
          </p:cNvSpPr>
          <p:nvPr>
            <p:ph type="body" idx="4"/>
          </p:nvPr>
        </p:nvSpPr>
        <p:spPr>
          <a:xfrm>
            <a:off x="4674240" y="2761920"/>
            <a:ext cx="4015800" cy="14227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marL="91440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marL="137160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marL="182880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marL="228600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marL="274320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marL="320040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marL="365760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marL="411480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3" name="Google Shape;63;p72"/>
          <p:cNvSpPr txBox="1">
            <a:spLocks noGrp="1"/>
          </p:cNvSpPr>
          <p:nvPr>
            <p:ph type="sldNum" idx="12"/>
          </p:nvPr>
        </p:nvSpPr>
        <p:spPr>
          <a:xfrm>
            <a:off x="8472600" y="4663080"/>
            <a:ext cx="548280" cy="3931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, 6 Content">
  <p:cSld name="Title, 6 Content">
    <p:spTree>
      <p:nvGrpSpPr>
        <p:cNvPr id="1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p73"/>
          <p:cNvSpPr txBox="1">
            <a:spLocks noGrp="1"/>
          </p:cNvSpPr>
          <p:nvPr>
            <p:ph type="title"/>
          </p:nvPr>
        </p:nvSpPr>
        <p:spPr>
          <a:xfrm>
            <a:off x="311760" y="744480"/>
            <a:ext cx="8520120" cy="20523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6" name="Google Shape;66;p73"/>
          <p:cNvSpPr txBox="1">
            <a:spLocks noGrp="1"/>
          </p:cNvSpPr>
          <p:nvPr>
            <p:ph type="body" idx="1"/>
          </p:nvPr>
        </p:nvSpPr>
        <p:spPr>
          <a:xfrm>
            <a:off x="457200" y="1203480"/>
            <a:ext cx="2649600" cy="14227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marL="91440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marL="137160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marL="182880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marL="228600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marL="274320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marL="320040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marL="365760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marL="411480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7" name="Google Shape;67;p73"/>
          <p:cNvSpPr txBox="1">
            <a:spLocks noGrp="1"/>
          </p:cNvSpPr>
          <p:nvPr>
            <p:ph type="body" idx="2"/>
          </p:nvPr>
        </p:nvSpPr>
        <p:spPr>
          <a:xfrm>
            <a:off x="3239640" y="1203480"/>
            <a:ext cx="2649600" cy="14227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marL="91440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marL="137160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marL="182880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marL="228600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marL="274320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marL="320040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marL="365760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marL="411480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8" name="Google Shape;68;p73"/>
          <p:cNvSpPr txBox="1">
            <a:spLocks noGrp="1"/>
          </p:cNvSpPr>
          <p:nvPr>
            <p:ph type="body" idx="3"/>
          </p:nvPr>
        </p:nvSpPr>
        <p:spPr>
          <a:xfrm>
            <a:off x="6022080" y="1203480"/>
            <a:ext cx="2649600" cy="14227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marL="91440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marL="137160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marL="182880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marL="228600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marL="274320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marL="320040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marL="365760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marL="411480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9" name="Google Shape;69;p73"/>
          <p:cNvSpPr txBox="1">
            <a:spLocks noGrp="1"/>
          </p:cNvSpPr>
          <p:nvPr>
            <p:ph type="body" idx="4"/>
          </p:nvPr>
        </p:nvSpPr>
        <p:spPr>
          <a:xfrm>
            <a:off x="457200" y="2761920"/>
            <a:ext cx="2649600" cy="14227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marL="91440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marL="137160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marL="182880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marL="228600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marL="274320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marL="320040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marL="365760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marL="411480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0" name="Google Shape;70;p73"/>
          <p:cNvSpPr txBox="1">
            <a:spLocks noGrp="1"/>
          </p:cNvSpPr>
          <p:nvPr>
            <p:ph type="body" idx="5"/>
          </p:nvPr>
        </p:nvSpPr>
        <p:spPr>
          <a:xfrm>
            <a:off x="3239640" y="2761920"/>
            <a:ext cx="2649600" cy="14227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marL="91440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marL="137160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marL="182880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marL="228600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marL="274320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marL="320040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marL="365760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marL="411480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1" name="Google Shape;71;p73"/>
          <p:cNvSpPr txBox="1">
            <a:spLocks noGrp="1"/>
          </p:cNvSpPr>
          <p:nvPr>
            <p:ph type="body" idx="6"/>
          </p:nvPr>
        </p:nvSpPr>
        <p:spPr>
          <a:xfrm>
            <a:off x="6022080" y="2761920"/>
            <a:ext cx="2649600" cy="14227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marL="91440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marL="137160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marL="182880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marL="228600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marL="274320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marL="320040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marL="365760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marL="411480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2" name="Google Shape;72;p73"/>
          <p:cNvSpPr txBox="1">
            <a:spLocks noGrp="1"/>
          </p:cNvSpPr>
          <p:nvPr>
            <p:ph type="sldNum" idx="12"/>
          </p:nvPr>
        </p:nvSpPr>
        <p:spPr>
          <a:xfrm>
            <a:off x="8472600" y="4663080"/>
            <a:ext cx="548280" cy="3931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45"/>
          <p:cNvSpPr txBox="1">
            <a:spLocks noGrp="1"/>
          </p:cNvSpPr>
          <p:nvPr>
            <p:ph type="title"/>
          </p:nvPr>
        </p:nvSpPr>
        <p:spPr>
          <a:xfrm>
            <a:off x="311760" y="744480"/>
            <a:ext cx="8520120" cy="20523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rm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1" name="Google Shape;11;p45"/>
          <p:cNvSpPr txBox="1">
            <a:spLocks noGrp="1"/>
          </p:cNvSpPr>
          <p:nvPr>
            <p:ph type="sldNum" idx="12"/>
          </p:nvPr>
        </p:nvSpPr>
        <p:spPr>
          <a:xfrm>
            <a:off x="8472600" y="4663080"/>
            <a:ext cx="548280" cy="3931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2" name="Google Shape;12;p45"/>
          <p:cNvSpPr txBox="1">
            <a:spLocks noGrp="1"/>
          </p:cNvSpPr>
          <p:nvPr>
            <p:ph type="body" idx="1"/>
          </p:nvPr>
        </p:nvSpPr>
        <p:spPr>
          <a:xfrm>
            <a:off x="457200" y="1203480"/>
            <a:ext cx="8229240" cy="29829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4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5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6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7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8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9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0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1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2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3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4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5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6.png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7.png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8.png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9.png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0.png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1.png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1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2.png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1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1.xml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1.xml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1.xml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1.xml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1.xml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37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Google Shape;141;p1"/>
          <p:cNvSpPr txBox="1">
            <a:spLocks noGrp="1"/>
          </p:cNvSpPr>
          <p:nvPr>
            <p:ph type="title"/>
          </p:nvPr>
        </p:nvSpPr>
        <p:spPr>
          <a:xfrm>
            <a:off x="311760" y="217080"/>
            <a:ext cx="8520120" cy="20523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91425" rIns="0" bIns="91425" anchor="b" anchorCtr="0">
            <a:norm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F61DD"/>
              </a:buClr>
              <a:buSzPts val="4600"/>
              <a:buFont typeface="Mulish ExtraBold"/>
              <a:buNone/>
            </a:pPr>
            <a:r>
              <a:rPr lang="ru" sz="4600" b="0" strike="noStrike">
                <a:solidFill>
                  <a:srgbClr val="7F61DD"/>
                </a:solidFill>
                <a:latin typeface="Mulish ExtraBold"/>
                <a:ea typeface="Mulish ExtraBold"/>
                <a:cs typeface="Mulish ExtraBold"/>
                <a:sym typeface="Mulish ExtraBold"/>
              </a:rPr>
              <a:t>ДЕНЬ ОТКРЫТЫХ ДВЕРЕЙ</a:t>
            </a:r>
            <a:endParaRPr sz="4600" b="0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42" name="Google Shape;142;p1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75" y="275"/>
            <a:ext cx="9143640" cy="5142960"/>
          </a:xfrm>
          <a:prstGeom prst="rect">
            <a:avLst/>
          </a:prstGeom>
          <a:noFill/>
          <a:ln>
            <a:noFill/>
          </a:ln>
        </p:spPr>
      </p:pic>
      <p:sp>
        <p:nvSpPr>
          <p:cNvPr id="143" name="Google Shape;143;p1"/>
          <p:cNvSpPr txBox="1">
            <a:spLocks noGrp="1"/>
          </p:cNvSpPr>
          <p:nvPr>
            <p:ph type="title"/>
          </p:nvPr>
        </p:nvSpPr>
        <p:spPr>
          <a:xfrm>
            <a:off x="311760" y="499860"/>
            <a:ext cx="4813200" cy="2619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91425" rIns="0" bIns="91425" anchor="t" anchorCtr="0">
            <a:noAutofit/>
          </a:bodyPr>
          <a:lstStyle/>
          <a:p>
            <a:pPr lvl="0" algn="ctr">
              <a:buClr>
                <a:srgbClr val="FFFFFF"/>
              </a:buClr>
              <a:buSzPts val="5200"/>
            </a:pPr>
            <a:r>
              <a:rPr lang="ru-RU" sz="4000" dirty="0">
                <a:solidFill>
                  <a:srgbClr val="FFFFFF"/>
                </a:solidFill>
                <a:latin typeface="Mulish Black"/>
                <a:ea typeface="Mulish Black"/>
                <a:cs typeface="Mulish Black"/>
                <a:sym typeface="Mulish Black"/>
              </a:rPr>
              <a:t>Тема</a:t>
            </a:r>
            <a:r>
              <a:rPr lang="en-US" sz="4000" dirty="0">
                <a:solidFill>
                  <a:srgbClr val="FFFFFF"/>
                </a:solidFill>
                <a:latin typeface="Mulish Black"/>
                <a:ea typeface="Mulish Black"/>
                <a:cs typeface="Mulish Black"/>
                <a:sym typeface="Mulish Black"/>
              </a:rPr>
              <a:t> </a:t>
            </a:r>
            <a:r>
              <a:rPr lang="ru-RU" sz="4000">
                <a:solidFill>
                  <a:srgbClr val="FFFFFF"/>
                </a:solidFill>
                <a:latin typeface="Mulish Black"/>
                <a:ea typeface="Mulish Black"/>
                <a:cs typeface="Mulish Black"/>
                <a:sym typeface="Mulish Black"/>
              </a:rPr>
              <a:t>4</a:t>
            </a:r>
            <a:r>
              <a:rPr lang="en-US" sz="4000">
                <a:solidFill>
                  <a:srgbClr val="FFFFFF"/>
                </a:solidFill>
                <a:latin typeface="Mulish Black"/>
                <a:ea typeface="Mulish Black"/>
                <a:cs typeface="Mulish Black"/>
                <a:sym typeface="Mulish Black"/>
              </a:rPr>
              <a:t>. </a:t>
            </a:r>
            <a:r>
              <a:rPr lang="ru-RU" sz="4000" dirty="0">
                <a:solidFill>
                  <a:srgbClr val="FFFFFF"/>
                </a:solidFill>
                <a:latin typeface="Mulish Black"/>
                <a:ea typeface="Mulish Black"/>
                <a:cs typeface="Mulish Black"/>
                <a:sym typeface="Mulish Black"/>
              </a:rPr>
              <a:t>Работа с файловой системой </a:t>
            </a:r>
            <a:r>
              <a:rPr lang="en-US" sz="4000" dirty="0">
                <a:solidFill>
                  <a:srgbClr val="FFFFFF"/>
                </a:solidFill>
                <a:latin typeface="Mulish Black"/>
                <a:ea typeface="Mulish Black"/>
                <a:cs typeface="Mulish Black"/>
                <a:sym typeface="Mulish Black"/>
              </a:rPr>
              <a:t>(</a:t>
            </a:r>
            <a:r>
              <a:rPr lang="ru-RU" sz="4000" dirty="0">
                <a:solidFill>
                  <a:srgbClr val="FFFFFF"/>
                </a:solidFill>
                <a:latin typeface="Mulish Black"/>
                <a:ea typeface="Mulish Black"/>
                <a:cs typeface="Mulish Black"/>
                <a:sym typeface="Mulish Black"/>
              </a:rPr>
              <a:t>синхронная</a:t>
            </a:r>
            <a:r>
              <a:rPr lang="en-US" sz="4000" dirty="0">
                <a:solidFill>
                  <a:srgbClr val="FFFFFF"/>
                </a:solidFill>
                <a:latin typeface="Mulish Black"/>
                <a:ea typeface="Mulish Black"/>
                <a:cs typeface="Mulish Black"/>
                <a:sym typeface="Mulish Black"/>
              </a:rPr>
              <a:t>)</a:t>
            </a:r>
            <a:r>
              <a:rPr lang="ru-RU" sz="4000" dirty="0">
                <a:solidFill>
                  <a:srgbClr val="FFFFFF"/>
                </a:solidFill>
                <a:latin typeface="Mulish Black"/>
                <a:ea typeface="Mulish Black"/>
                <a:cs typeface="Mulish Black"/>
                <a:sym typeface="Mulish Black"/>
              </a:rPr>
              <a:t> </a:t>
            </a:r>
            <a:endParaRPr sz="4000" b="0" strike="noStrik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44" name="Google Shape;144;p1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446040" y="4295880"/>
            <a:ext cx="3405960" cy="34776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7F61DD"/>
        </a:solidFill>
        <a:effectLst/>
      </p:bgPr>
    </p:bg>
    <p:spTree>
      <p:nvGrpSpPr>
        <p:cNvPr id="1" name="Shape 198">
          <a:extLst>
            <a:ext uri="{FF2B5EF4-FFF2-40B4-BE49-F238E27FC236}">
              <a16:creationId xmlns:a16="http://schemas.microsoft.com/office/drawing/2014/main" id="{1661189C-46F6-4CD9-DDDE-0B2E5FF572C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oogle Shape;149;g30f32ff6c42_0_5">
            <a:extLst>
              <a:ext uri="{FF2B5EF4-FFF2-40B4-BE49-F238E27FC236}">
                <a16:creationId xmlns:a16="http://schemas.microsoft.com/office/drawing/2014/main" id="{DB4BADD6-2AE5-D570-8470-5225E4470478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398525" y="283676"/>
            <a:ext cx="8346900" cy="75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91425" rIns="0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620"/>
              <a:buFont typeface="Mulish Black"/>
              <a:buNone/>
            </a:pPr>
            <a:r>
              <a:rPr lang="ru" sz="3420" dirty="0">
                <a:solidFill>
                  <a:schemeClr val="bg1">
                    <a:lumMod val="85000"/>
                  </a:schemeClr>
                </a:solidFill>
                <a:latin typeface="Mulish Black"/>
                <a:ea typeface="Mulish Black"/>
                <a:cs typeface="Mulish Black"/>
                <a:sym typeface="Mulish Black"/>
              </a:rPr>
              <a:t>Цель занятия:</a:t>
            </a:r>
            <a:endParaRPr sz="3420" dirty="0">
              <a:solidFill>
                <a:schemeClr val="bg1">
                  <a:lumMod val="85000"/>
                </a:schemeClr>
              </a:solidFill>
              <a:latin typeface="Mulish Black"/>
              <a:ea typeface="Mulish Black"/>
              <a:cs typeface="Mulish Black"/>
              <a:sym typeface="Mulish Black"/>
            </a:endParaRPr>
          </a:p>
        </p:txBody>
      </p:sp>
      <p:sp>
        <p:nvSpPr>
          <p:cNvPr id="3" name="Google Shape;153;g30f32ff6c42_0_5">
            <a:extLst>
              <a:ext uri="{FF2B5EF4-FFF2-40B4-BE49-F238E27FC236}">
                <a16:creationId xmlns:a16="http://schemas.microsoft.com/office/drawing/2014/main" id="{6067664F-4901-0A1E-CE0D-48ECCE427D2C}"/>
              </a:ext>
            </a:extLst>
          </p:cNvPr>
          <p:cNvSpPr/>
          <p:nvPr/>
        </p:nvSpPr>
        <p:spPr>
          <a:xfrm>
            <a:off x="320400" y="1207911"/>
            <a:ext cx="8150700" cy="37205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lvl="0">
              <a:lnSpc>
                <a:spcPct val="115000"/>
              </a:lnSpc>
              <a:buClr>
                <a:srgbClr val="333333"/>
              </a:buClr>
              <a:buSzPts val="1800"/>
            </a:pPr>
            <a:r>
              <a:rPr lang="ru-RU" sz="3000" dirty="0">
                <a:solidFill>
                  <a:schemeClr val="bg1">
                    <a:lumMod val="95000"/>
                  </a:schemeClr>
                </a:solidFill>
                <a:latin typeface="Mulish SemiBold"/>
                <a:ea typeface="Mulish SemiBold"/>
                <a:cs typeface="Mulish SemiBold"/>
                <a:sym typeface="Mulish SemiBold"/>
              </a:rPr>
              <a:t>Научить студентов читать и записывать файлы в Node.js с помощью синхронных методов модуля </a:t>
            </a:r>
            <a:r>
              <a:rPr lang="ru-RU" sz="3000" dirty="0" err="1">
                <a:solidFill>
                  <a:schemeClr val="bg1">
                    <a:lumMod val="95000"/>
                  </a:schemeClr>
                </a:solidFill>
                <a:latin typeface="Mulish SemiBold"/>
                <a:ea typeface="Mulish SemiBold"/>
                <a:cs typeface="Mulish SemiBold"/>
                <a:sym typeface="Mulish SemiBold"/>
              </a:rPr>
              <a:t>fs</a:t>
            </a:r>
            <a:r>
              <a:rPr lang="ru-RU" sz="3000" dirty="0">
                <a:solidFill>
                  <a:schemeClr val="bg1">
                    <a:lumMod val="95000"/>
                  </a:schemeClr>
                </a:solidFill>
                <a:latin typeface="Mulish SemiBold"/>
                <a:ea typeface="Mulish SemiBold"/>
                <a:cs typeface="Mulish SemiBold"/>
                <a:sym typeface="Mulish SemiBold"/>
              </a:rPr>
              <a:t>.</a:t>
            </a:r>
          </a:p>
        </p:txBody>
      </p:sp>
      <p:pic>
        <p:nvPicPr>
          <p:cNvPr id="5" name="Google Shape;152;g30f32ff6c42_0_5">
            <a:extLst>
              <a:ext uri="{FF2B5EF4-FFF2-40B4-BE49-F238E27FC236}">
                <a16:creationId xmlns:a16="http://schemas.microsoft.com/office/drawing/2014/main" id="{E8A47345-2906-5DA2-08C2-6D36778F9F0F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 rot="-5400000">
            <a:off x="8167744" y="4110257"/>
            <a:ext cx="1474076" cy="162359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425324692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7F61DD"/>
        </a:solidFill>
        <a:effectLst/>
      </p:bgPr>
    </p:bg>
    <p:spTree>
      <p:nvGrpSpPr>
        <p:cNvPr id="1" name="Shape 1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oogle Shape;149;g30f32ff6c42_0_5">
            <a:extLst>
              <a:ext uri="{FF2B5EF4-FFF2-40B4-BE49-F238E27FC236}">
                <a16:creationId xmlns:a16="http://schemas.microsoft.com/office/drawing/2014/main" id="{2C321365-8BB3-751B-D626-A8C38FD08C1B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398525" y="283676"/>
            <a:ext cx="8346900" cy="75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91425" rIns="0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620"/>
              <a:buFont typeface="Mulish Black"/>
              <a:buNone/>
            </a:pPr>
            <a:r>
              <a:rPr lang="ru" sz="3420" dirty="0">
                <a:solidFill>
                  <a:schemeClr val="bg1">
                    <a:lumMod val="85000"/>
                  </a:schemeClr>
                </a:solidFill>
                <a:latin typeface="Mulish Black"/>
                <a:ea typeface="Mulish Black"/>
                <a:cs typeface="Mulish Black"/>
                <a:sym typeface="Mulish Black"/>
              </a:rPr>
              <a:t>Учебные вопросы:</a:t>
            </a:r>
            <a:endParaRPr sz="3420" dirty="0">
              <a:solidFill>
                <a:schemeClr val="bg1">
                  <a:lumMod val="85000"/>
                </a:schemeClr>
              </a:solidFill>
              <a:latin typeface="Mulish Black"/>
              <a:ea typeface="Mulish Black"/>
              <a:cs typeface="Mulish Black"/>
              <a:sym typeface="Mulish Black"/>
            </a:endParaRPr>
          </a:p>
        </p:txBody>
      </p:sp>
      <p:sp>
        <p:nvSpPr>
          <p:cNvPr id="3" name="Google Shape;153;g30f32ff6c42_0_5">
            <a:extLst>
              <a:ext uri="{FF2B5EF4-FFF2-40B4-BE49-F238E27FC236}">
                <a16:creationId xmlns:a16="http://schemas.microsoft.com/office/drawing/2014/main" id="{CC3C143E-0B54-BCC4-7C01-340D803FF658}"/>
              </a:ext>
            </a:extLst>
          </p:cNvPr>
          <p:cNvSpPr/>
          <p:nvPr/>
        </p:nvSpPr>
        <p:spPr>
          <a:xfrm>
            <a:off x="320400" y="1207911"/>
            <a:ext cx="8150700" cy="37205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lvl="0">
              <a:lnSpc>
                <a:spcPct val="115000"/>
              </a:lnSpc>
              <a:buClr>
                <a:srgbClr val="333333"/>
              </a:buClr>
              <a:buSzPts val="1800"/>
            </a:pPr>
            <a:r>
              <a:rPr lang="en-US" sz="3000" dirty="0">
                <a:solidFill>
                  <a:schemeClr val="bg1">
                    <a:lumMod val="95000"/>
                  </a:schemeClr>
                </a:solidFill>
                <a:latin typeface="Mulish SemiBold"/>
                <a:ea typeface="Mulish SemiBold"/>
                <a:cs typeface="Mulish SemiBold"/>
                <a:sym typeface="Mulish SemiBold"/>
              </a:rPr>
              <a:t>1. </a:t>
            </a:r>
            <a:r>
              <a:rPr lang="ru-RU" sz="3000" dirty="0">
                <a:solidFill>
                  <a:schemeClr val="bg1">
                    <a:lumMod val="95000"/>
                  </a:schemeClr>
                </a:solidFill>
                <a:latin typeface="Mulish SemiBold"/>
                <a:ea typeface="Mulish SemiBold"/>
                <a:cs typeface="Mulish SemiBold"/>
                <a:sym typeface="Mulish SemiBold"/>
              </a:rPr>
              <a:t>Модуль </a:t>
            </a:r>
            <a:r>
              <a:rPr lang="ru-RU" sz="3000" dirty="0" err="1">
                <a:solidFill>
                  <a:schemeClr val="bg1">
                    <a:lumMod val="95000"/>
                  </a:schemeClr>
                </a:solidFill>
                <a:latin typeface="Mulish SemiBold"/>
                <a:ea typeface="Mulish SemiBold"/>
                <a:cs typeface="Mulish SemiBold"/>
                <a:sym typeface="Mulish SemiBold"/>
              </a:rPr>
              <a:t>fs</a:t>
            </a:r>
            <a:r>
              <a:rPr lang="ru-RU" sz="3000" dirty="0">
                <a:solidFill>
                  <a:schemeClr val="bg1">
                    <a:lumMod val="95000"/>
                  </a:schemeClr>
                </a:solidFill>
                <a:latin typeface="Mulish SemiBold"/>
                <a:ea typeface="Mulish SemiBold"/>
                <a:cs typeface="Mulish SemiBold"/>
                <a:sym typeface="Mulish SemiBold"/>
              </a:rPr>
              <a:t> - общее знакомство</a:t>
            </a:r>
            <a:endParaRPr lang="en-US" sz="3000" dirty="0">
              <a:solidFill>
                <a:schemeClr val="bg1">
                  <a:lumMod val="95000"/>
                </a:schemeClr>
              </a:solidFill>
              <a:latin typeface="Mulish SemiBold"/>
              <a:ea typeface="Mulish SemiBold"/>
              <a:cs typeface="Mulish SemiBold"/>
              <a:sym typeface="Mulish SemiBold"/>
            </a:endParaRPr>
          </a:p>
          <a:p>
            <a:pPr lvl="0">
              <a:lnSpc>
                <a:spcPct val="115000"/>
              </a:lnSpc>
              <a:buClr>
                <a:srgbClr val="333333"/>
              </a:buClr>
              <a:buSzPts val="1800"/>
            </a:pPr>
            <a:r>
              <a:rPr lang="ru-RU" sz="3000" dirty="0">
                <a:solidFill>
                  <a:schemeClr val="bg1">
                    <a:lumMod val="95000"/>
                  </a:schemeClr>
                </a:solidFill>
                <a:latin typeface="Mulish SemiBold"/>
                <a:ea typeface="Mulish SemiBold"/>
                <a:cs typeface="Mulish SemiBold"/>
                <a:sym typeface="Mulish SemiBold"/>
              </a:rPr>
              <a:t>2. Чтение файла - </a:t>
            </a:r>
            <a:r>
              <a:rPr lang="en-US" sz="3000" dirty="0" err="1">
                <a:solidFill>
                  <a:schemeClr val="bg1">
                    <a:lumMod val="95000"/>
                  </a:schemeClr>
                </a:solidFill>
                <a:latin typeface="Mulish SemiBold"/>
                <a:ea typeface="Mulish SemiBold"/>
                <a:cs typeface="Mulish SemiBold"/>
                <a:sym typeface="Mulish SemiBold"/>
              </a:rPr>
              <a:t>fs.readFileSync</a:t>
            </a:r>
            <a:r>
              <a:rPr lang="en-US" sz="3000" dirty="0">
                <a:solidFill>
                  <a:schemeClr val="bg1">
                    <a:lumMod val="95000"/>
                  </a:schemeClr>
                </a:solidFill>
                <a:latin typeface="Mulish SemiBold"/>
                <a:ea typeface="Mulish SemiBold"/>
                <a:cs typeface="Mulish SemiBold"/>
                <a:sym typeface="Mulish SemiBold"/>
              </a:rPr>
              <a:t>()</a:t>
            </a:r>
          </a:p>
          <a:p>
            <a:pPr lvl="0">
              <a:lnSpc>
                <a:spcPct val="115000"/>
              </a:lnSpc>
              <a:buClr>
                <a:srgbClr val="333333"/>
              </a:buClr>
              <a:buSzPts val="1800"/>
            </a:pPr>
            <a:r>
              <a:rPr lang="ru-RU" sz="3000" dirty="0">
                <a:solidFill>
                  <a:schemeClr val="bg1">
                    <a:lumMod val="95000"/>
                  </a:schemeClr>
                </a:solidFill>
                <a:latin typeface="Mulish SemiBold"/>
                <a:ea typeface="Mulish SemiBold"/>
                <a:cs typeface="Mulish SemiBold"/>
                <a:sym typeface="Mulish SemiBold"/>
              </a:rPr>
              <a:t>3. Запись файла - </a:t>
            </a:r>
            <a:r>
              <a:rPr lang="en-US" sz="3000" dirty="0" err="1">
                <a:solidFill>
                  <a:schemeClr val="bg1">
                    <a:lumMod val="95000"/>
                  </a:schemeClr>
                </a:solidFill>
                <a:latin typeface="Mulish SemiBold"/>
                <a:ea typeface="Mulish SemiBold"/>
                <a:cs typeface="Mulish SemiBold"/>
                <a:sym typeface="Mulish SemiBold"/>
              </a:rPr>
              <a:t>fs.writeFileSync</a:t>
            </a:r>
            <a:r>
              <a:rPr lang="en-US" sz="3000" dirty="0">
                <a:solidFill>
                  <a:schemeClr val="bg1">
                    <a:lumMod val="95000"/>
                  </a:schemeClr>
                </a:solidFill>
                <a:latin typeface="Mulish SemiBold"/>
                <a:ea typeface="Mulish SemiBold"/>
                <a:cs typeface="Mulish SemiBold"/>
                <a:sym typeface="Mulish SemiBold"/>
              </a:rPr>
              <a:t>()</a:t>
            </a:r>
          </a:p>
          <a:p>
            <a:pPr lvl="0">
              <a:lnSpc>
                <a:spcPct val="115000"/>
              </a:lnSpc>
              <a:buClr>
                <a:srgbClr val="333333"/>
              </a:buClr>
              <a:buSzPts val="1800"/>
            </a:pPr>
            <a:r>
              <a:rPr lang="ru-RU" sz="3000" dirty="0">
                <a:solidFill>
                  <a:schemeClr val="bg1">
                    <a:lumMod val="95000"/>
                  </a:schemeClr>
                </a:solidFill>
                <a:latin typeface="Mulish SemiBold"/>
                <a:ea typeface="Mulish SemiBold"/>
                <a:cs typeface="Mulish SemiBold"/>
                <a:sym typeface="Mulish SemiBold"/>
              </a:rPr>
              <a:t>4. Дополнительные синхронные методы </a:t>
            </a:r>
            <a:r>
              <a:rPr lang="ru-RU" sz="3000" dirty="0" err="1">
                <a:solidFill>
                  <a:schemeClr val="bg1">
                    <a:lumMod val="95000"/>
                  </a:schemeClr>
                </a:solidFill>
                <a:latin typeface="Mulish SemiBold"/>
                <a:ea typeface="Mulish SemiBold"/>
                <a:cs typeface="Mulish SemiBold"/>
                <a:sym typeface="Mulish SemiBold"/>
              </a:rPr>
              <a:t>fs</a:t>
            </a:r>
            <a:endParaRPr lang="en-US" sz="3000" dirty="0">
              <a:solidFill>
                <a:schemeClr val="bg1">
                  <a:lumMod val="95000"/>
                </a:schemeClr>
              </a:solidFill>
              <a:latin typeface="Mulish SemiBold"/>
              <a:ea typeface="Mulish SemiBold"/>
              <a:cs typeface="Mulish SemiBold"/>
              <a:sym typeface="Mulish SemiBold"/>
            </a:endParaRPr>
          </a:p>
          <a:p>
            <a:pPr lvl="0">
              <a:lnSpc>
                <a:spcPct val="115000"/>
              </a:lnSpc>
              <a:buClr>
                <a:srgbClr val="333333"/>
              </a:buClr>
              <a:buSzPts val="1800"/>
            </a:pPr>
            <a:r>
              <a:rPr lang="ru-RU" sz="3000" dirty="0">
                <a:solidFill>
                  <a:schemeClr val="bg1">
                    <a:lumMod val="95000"/>
                  </a:schemeClr>
                </a:solidFill>
                <a:latin typeface="Mulish SemiBold"/>
                <a:ea typeface="Mulish SemiBold"/>
                <a:cs typeface="Mulish SemiBold"/>
                <a:sym typeface="Mulish SemiBold"/>
              </a:rPr>
              <a:t>5. Практика</a:t>
            </a:r>
            <a:endParaRPr lang="en-US" sz="3000" dirty="0">
              <a:solidFill>
                <a:schemeClr val="bg1">
                  <a:lumMod val="95000"/>
                </a:schemeClr>
              </a:solidFill>
              <a:latin typeface="Mulish SemiBold"/>
              <a:ea typeface="Mulish SemiBold"/>
              <a:cs typeface="Mulish SemiBold"/>
              <a:sym typeface="Mulish SemiBold"/>
            </a:endParaRPr>
          </a:p>
          <a:p>
            <a:pPr marL="514350" lvl="0" indent="-514350">
              <a:lnSpc>
                <a:spcPct val="115000"/>
              </a:lnSpc>
              <a:buClr>
                <a:srgbClr val="333333"/>
              </a:buClr>
              <a:buSzPts val="1800"/>
              <a:buAutoNum type="arabicPeriod"/>
            </a:pPr>
            <a:endParaRPr sz="3000" b="0" i="0" u="none" strike="noStrike" cap="none" dirty="0">
              <a:solidFill>
                <a:srgbClr val="333333"/>
              </a:solidFill>
              <a:latin typeface="Mulish SemiBold"/>
              <a:ea typeface="Mulish SemiBold"/>
              <a:cs typeface="Mulish SemiBold"/>
              <a:sym typeface="Mulish SemiBold"/>
            </a:endParaRPr>
          </a:p>
        </p:txBody>
      </p:sp>
      <p:pic>
        <p:nvPicPr>
          <p:cNvPr id="5" name="Google Shape;152;g30f32ff6c42_0_5">
            <a:extLst>
              <a:ext uri="{FF2B5EF4-FFF2-40B4-BE49-F238E27FC236}">
                <a16:creationId xmlns:a16="http://schemas.microsoft.com/office/drawing/2014/main" id="{5F77FDE5-30BB-2C80-0149-A5DF95C8B0E8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 rot="-5400000">
            <a:off x="8167744" y="4110257"/>
            <a:ext cx="1474076" cy="16235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7F61DD"/>
        </a:solidFill>
        <a:effectLst/>
      </p:bgPr>
    </p:bg>
    <p:spTree>
      <p:nvGrpSpPr>
        <p:cNvPr id="1" name="Shape 198">
          <a:extLst>
            <a:ext uri="{FF2B5EF4-FFF2-40B4-BE49-F238E27FC236}">
              <a16:creationId xmlns:a16="http://schemas.microsoft.com/office/drawing/2014/main" id="{D6A9EA9D-1834-3F87-97B3-C8D3490C6CF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oogle Shape;149;g30f32ff6c42_0_5">
            <a:extLst>
              <a:ext uri="{FF2B5EF4-FFF2-40B4-BE49-F238E27FC236}">
                <a16:creationId xmlns:a16="http://schemas.microsoft.com/office/drawing/2014/main" id="{05BCE706-32DC-49BF-5BEF-B7F6F1A62FFD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398525" y="283676"/>
            <a:ext cx="8346900" cy="75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91425" rIns="0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620"/>
              <a:buFont typeface="Mulish Black"/>
              <a:buNone/>
            </a:pPr>
            <a:r>
              <a:rPr lang="ru-RU" sz="3420" dirty="0">
                <a:solidFill>
                  <a:schemeClr val="bg1">
                    <a:lumMod val="85000"/>
                  </a:schemeClr>
                </a:solidFill>
                <a:latin typeface="Mulish Black"/>
                <a:ea typeface="Mulish Black"/>
                <a:cs typeface="Mulish Black"/>
                <a:sym typeface="Mulish Black"/>
              </a:rPr>
              <a:t>1. Модуль </a:t>
            </a:r>
            <a:r>
              <a:rPr lang="ru-RU" sz="3420" dirty="0" err="1">
                <a:solidFill>
                  <a:schemeClr val="bg1">
                    <a:lumMod val="85000"/>
                  </a:schemeClr>
                </a:solidFill>
                <a:latin typeface="Mulish Black"/>
                <a:ea typeface="Mulish Black"/>
                <a:cs typeface="Mulish Black"/>
                <a:sym typeface="Mulish Black"/>
              </a:rPr>
              <a:t>fs</a:t>
            </a:r>
            <a:r>
              <a:rPr lang="ru-RU" sz="3420" dirty="0">
                <a:solidFill>
                  <a:schemeClr val="bg1">
                    <a:lumMod val="85000"/>
                  </a:schemeClr>
                </a:solidFill>
                <a:latin typeface="Mulish Black"/>
                <a:ea typeface="Mulish Black"/>
                <a:cs typeface="Mulish Black"/>
                <a:sym typeface="Mulish Black"/>
              </a:rPr>
              <a:t> - общее знакомство</a:t>
            </a:r>
          </a:p>
        </p:txBody>
      </p:sp>
      <p:sp>
        <p:nvSpPr>
          <p:cNvPr id="3" name="Google Shape;153;g30f32ff6c42_0_5">
            <a:extLst>
              <a:ext uri="{FF2B5EF4-FFF2-40B4-BE49-F238E27FC236}">
                <a16:creationId xmlns:a16="http://schemas.microsoft.com/office/drawing/2014/main" id="{935EFA4D-36CB-FFB1-B428-A3FE2F4BEECA}"/>
              </a:ext>
            </a:extLst>
          </p:cNvPr>
          <p:cNvSpPr/>
          <p:nvPr/>
        </p:nvSpPr>
        <p:spPr>
          <a:xfrm>
            <a:off x="320400" y="1207911"/>
            <a:ext cx="8150700" cy="37205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 lnSpcReduction="10000"/>
          </a:bodyPr>
          <a:lstStyle/>
          <a:p>
            <a:pPr lvl="0">
              <a:lnSpc>
                <a:spcPct val="115000"/>
              </a:lnSpc>
              <a:buClr>
                <a:srgbClr val="333333"/>
              </a:buClr>
              <a:buSzPts val="1800"/>
            </a:pPr>
            <a:r>
              <a:rPr lang="ru-RU" sz="3000" dirty="0" err="1">
                <a:solidFill>
                  <a:srgbClr val="FFFF00"/>
                </a:solidFill>
                <a:latin typeface="Mulish SemiBold"/>
                <a:ea typeface="Mulish SemiBold"/>
                <a:cs typeface="Mulish SemiBold"/>
                <a:sym typeface="Mulish SemiBold"/>
              </a:rPr>
              <a:t>fs</a:t>
            </a:r>
            <a:r>
              <a:rPr lang="ru-RU" sz="3000" dirty="0">
                <a:solidFill>
                  <a:schemeClr val="bg1">
                    <a:lumMod val="95000"/>
                  </a:schemeClr>
                </a:solidFill>
                <a:latin typeface="Mulish SemiBold"/>
                <a:ea typeface="Mulish SemiBold"/>
                <a:cs typeface="Mulish SemiBold"/>
                <a:sym typeface="Mulish SemiBold"/>
              </a:rPr>
              <a:t> (File System) - встроенный модуль Node.js для работы с файловой системой. С его помощью можно читать, записывать, удалять и переименовывать файлы и папки прямо из программы.</a:t>
            </a:r>
          </a:p>
          <a:p>
            <a:pPr lvl="0">
              <a:lnSpc>
                <a:spcPct val="115000"/>
              </a:lnSpc>
              <a:buClr>
                <a:srgbClr val="333333"/>
              </a:buClr>
              <a:buSzPts val="1800"/>
            </a:pPr>
            <a:r>
              <a:rPr lang="ru-RU" sz="3000" dirty="0">
                <a:solidFill>
                  <a:schemeClr val="bg1">
                    <a:lumMod val="95000"/>
                  </a:schemeClr>
                </a:solidFill>
                <a:latin typeface="Mulish SemiBold"/>
                <a:ea typeface="Mulish SemiBold"/>
                <a:cs typeface="Mulish SemiBold"/>
                <a:sym typeface="Mulish SemiBold"/>
              </a:rPr>
              <a:t>Подключение:</a:t>
            </a:r>
          </a:p>
          <a:p>
            <a:pPr lvl="0">
              <a:lnSpc>
                <a:spcPct val="115000"/>
              </a:lnSpc>
              <a:buClr>
                <a:srgbClr val="333333"/>
              </a:buClr>
              <a:buSzPts val="1800"/>
            </a:pPr>
            <a:r>
              <a:rPr lang="ru-RU" sz="3000" dirty="0" err="1">
                <a:solidFill>
                  <a:srgbClr val="FFFF00"/>
                </a:solidFill>
                <a:latin typeface="Mulish SemiBold"/>
                <a:ea typeface="Mulish SemiBold"/>
                <a:cs typeface="Mulish SemiBold"/>
                <a:sym typeface="Mulish SemiBold"/>
              </a:rPr>
              <a:t>const</a:t>
            </a:r>
            <a:r>
              <a:rPr lang="ru-RU" sz="3000" dirty="0">
                <a:solidFill>
                  <a:srgbClr val="FFFF00"/>
                </a:solidFill>
                <a:latin typeface="Mulish SemiBold"/>
                <a:ea typeface="Mulish SemiBold"/>
                <a:cs typeface="Mulish SemiBold"/>
                <a:sym typeface="Mulish SemiBold"/>
              </a:rPr>
              <a:t> </a:t>
            </a:r>
            <a:r>
              <a:rPr lang="ru-RU" sz="3000" dirty="0" err="1">
                <a:solidFill>
                  <a:srgbClr val="FFFF00"/>
                </a:solidFill>
                <a:latin typeface="Mulish SemiBold"/>
                <a:ea typeface="Mulish SemiBold"/>
                <a:cs typeface="Mulish SemiBold"/>
                <a:sym typeface="Mulish SemiBold"/>
              </a:rPr>
              <a:t>fs</a:t>
            </a:r>
            <a:r>
              <a:rPr lang="ru-RU" sz="3000" dirty="0">
                <a:solidFill>
                  <a:srgbClr val="FFFF00"/>
                </a:solidFill>
                <a:latin typeface="Mulish SemiBold"/>
                <a:ea typeface="Mulish SemiBold"/>
                <a:cs typeface="Mulish SemiBold"/>
                <a:sym typeface="Mulish SemiBold"/>
              </a:rPr>
              <a:t> = </a:t>
            </a:r>
            <a:r>
              <a:rPr lang="ru-RU" sz="3000" dirty="0" err="1">
                <a:solidFill>
                  <a:srgbClr val="FFFF00"/>
                </a:solidFill>
                <a:latin typeface="Mulish SemiBold"/>
                <a:ea typeface="Mulish SemiBold"/>
                <a:cs typeface="Mulish SemiBold"/>
                <a:sym typeface="Mulish SemiBold"/>
              </a:rPr>
              <a:t>require</a:t>
            </a:r>
            <a:r>
              <a:rPr lang="ru-RU" sz="3000" dirty="0">
                <a:solidFill>
                  <a:srgbClr val="FFFF00"/>
                </a:solidFill>
                <a:latin typeface="Mulish SemiBold"/>
                <a:ea typeface="Mulish SemiBold"/>
                <a:cs typeface="Mulish SemiBold"/>
                <a:sym typeface="Mulish SemiBold"/>
              </a:rPr>
              <a:t>('</a:t>
            </a:r>
            <a:r>
              <a:rPr lang="ru-RU" sz="3000" dirty="0" err="1">
                <a:solidFill>
                  <a:srgbClr val="FFFF00"/>
                </a:solidFill>
                <a:latin typeface="Mulish SemiBold"/>
                <a:ea typeface="Mulish SemiBold"/>
                <a:cs typeface="Mulish SemiBold"/>
                <a:sym typeface="Mulish SemiBold"/>
              </a:rPr>
              <a:t>fs</a:t>
            </a:r>
            <a:r>
              <a:rPr lang="ru-RU" sz="3000" dirty="0">
                <a:solidFill>
                  <a:srgbClr val="FFFF00"/>
                </a:solidFill>
                <a:latin typeface="Mulish SemiBold"/>
                <a:ea typeface="Mulish SemiBold"/>
                <a:cs typeface="Mulish SemiBold"/>
                <a:sym typeface="Mulish SemiBold"/>
              </a:rPr>
              <a:t>');</a:t>
            </a:r>
            <a:endParaRPr sz="3000" b="0" i="0" u="none" strike="noStrike" cap="none" dirty="0">
              <a:solidFill>
                <a:srgbClr val="FFFF00"/>
              </a:solidFill>
              <a:latin typeface="Mulish SemiBold"/>
              <a:ea typeface="Mulish SemiBold"/>
              <a:cs typeface="Mulish SemiBold"/>
              <a:sym typeface="Mulish SemiBold"/>
            </a:endParaRPr>
          </a:p>
        </p:txBody>
      </p:sp>
      <p:pic>
        <p:nvPicPr>
          <p:cNvPr id="5" name="Google Shape;152;g30f32ff6c42_0_5">
            <a:extLst>
              <a:ext uri="{FF2B5EF4-FFF2-40B4-BE49-F238E27FC236}">
                <a16:creationId xmlns:a16="http://schemas.microsoft.com/office/drawing/2014/main" id="{36E7D912-FA7F-2A52-855B-84A9B7456D9F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 rot="-5400000">
            <a:off x="8167744" y="4110257"/>
            <a:ext cx="1474076" cy="162359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391306253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7F61DD"/>
        </a:solidFill>
        <a:effectLst/>
      </p:bgPr>
    </p:bg>
    <p:spTree>
      <p:nvGrpSpPr>
        <p:cNvPr id="1" name="Shape 198">
          <a:extLst>
            <a:ext uri="{FF2B5EF4-FFF2-40B4-BE49-F238E27FC236}">
              <a16:creationId xmlns:a16="http://schemas.microsoft.com/office/drawing/2014/main" id="{10BF6BB5-4D44-092C-CB17-AB7FE8B66F9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153;g30f32ff6c42_0_5">
            <a:extLst>
              <a:ext uri="{FF2B5EF4-FFF2-40B4-BE49-F238E27FC236}">
                <a16:creationId xmlns:a16="http://schemas.microsoft.com/office/drawing/2014/main" id="{6B6B94BE-9935-740D-1677-3A6C3470B8DC}"/>
              </a:ext>
            </a:extLst>
          </p:cNvPr>
          <p:cNvSpPr/>
          <p:nvPr/>
        </p:nvSpPr>
        <p:spPr>
          <a:xfrm>
            <a:off x="320399" y="502276"/>
            <a:ext cx="8359961" cy="44261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 fontScale="70000" lnSpcReduction="20000"/>
          </a:bodyPr>
          <a:lstStyle/>
          <a:p>
            <a:pPr lvl="0" algn="ctr">
              <a:lnSpc>
                <a:spcPct val="115000"/>
              </a:lnSpc>
              <a:buClr>
                <a:srgbClr val="333333"/>
              </a:buClr>
              <a:buSzPts val="1800"/>
            </a:pPr>
            <a:r>
              <a:rPr lang="ru-RU" sz="3000" dirty="0">
                <a:solidFill>
                  <a:schemeClr val="bg1">
                    <a:lumMod val="95000"/>
                  </a:schemeClr>
                </a:solidFill>
                <a:latin typeface="Mulish SemiBold"/>
                <a:ea typeface="Mulish SemiBold"/>
                <a:cs typeface="Mulish SemiBold"/>
                <a:sym typeface="Mulish SemiBold"/>
              </a:rPr>
              <a:t>Синхронный </a:t>
            </a:r>
            <a:r>
              <a:rPr lang="en-US" sz="3000" dirty="0">
                <a:solidFill>
                  <a:schemeClr val="bg1">
                    <a:lumMod val="95000"/>
                  </a:schemeClr>
                </a:solidFill>
                <a:latin typeface="Mulish SemiBold"/>
                <a:ea typeface="Mulish SemiBold"/>
                <a:cs typeface="Mulish SemiBold"/>
                <a:sym typeface="Mulish SemiBold"/>
              </a:rPr>
              <a:t>vs </a:t>
            </a:r>
            <a:r>
              <a:rPr lang="ru-RU" sz="3000" dirty="0">
                <a:solidFill>
                  <a:schemeClr val="bg1">
                    <a:lumMod val="95000"/>
                  </a:schemeClr>
                </a:solidFill>
                <a:latin typeface="Mulish SemiBold"/>
                <a:ea typeface="Mulish SemiBold"/>
                <a:cs typeface="Mulish SemiBold"/>
                <a:sym typeface="Mulish SemiBold"/>
              </a:rPr>
              <a:t>асинхронный подход</a:t>
            </a:r>
          </a:p>
          <a:p>
            <a:pPr lvl="0">
              <a:lnSpc>
                <a:spcPct val="115000"/>
              </a:lnSpc>
              <a:buClr>
                <a:srgbClr val="333333"/>
              </a:buClr>
              <a:buSzPts val="1800"/>
            </a:pPr>
            <a:r>
              <a:rPr lang="ru-RU" sz="3000" dirty="0">
                <a:solidFill>
                  <a:schemeClr val="bg1">
                    <a:lumMod val="95000"/>
                  </a:schemeClr>
                </a:solidFill>
                <a:latin typeface="Mulish SemiBold"/>
                <a:ea typeface="Mulish SemiBold"/>
                <a:cs typeface="Mulish SemiBold"/>
                <a:sym typeface="Mulish SemiBold"/>
              </a:rPr>
              <a:t>Модуль </a:t>
            </a:r>
            <a:r>
              <a:rPr lang="en-US" sz="3000" dirty="0">
                <a:solidFill>
                  <a:schemeClr val="bg1">
                    <a:lumMod val="95000"/>
                  </a:schemeClr>
                </a:solidFill>
                <a:latin typeface="Mulish SemiBold"/>
                <a:ea typeface="Mulish SemiBold"/>
                <a:cs typeface="Mulish SemiBold"/>
                <a:sym typeface="Mulish SemiBold"/>
              </a:rPr>
              <a:t>fs </a:t>
            </a:r>
            <a:r>
              <a:rPr lang="ru-RU" sz="3000" dirty="0">
                <a:solidFill>
                  <a:schemeClr val="bg1">
                    <a:lumMod val="95000"/>
                  </a:schemeClr>
                </a:solidFill>
                <a:latin typeface="Mulish SemiBold"/>
                <a:ea typeface="Mulish SemiBold"/>
                <a:cs typeface="Mulish SemiBold"/>
                <a:sym typeface="Mulish SemiBold"/>
              </a:rPr>
              <a:t>предоставляет два варианта работы с файлами - синхронный и асинхронный.</a:t>
            </a:r>
          </a:p>
          <a:p>
            <a:pPr lvl="0">
              <a:lnSpc>
                <a:spcPct val="115000"/>
              </a:lnSpc>
              <a:buClr>
                <a:srgbClr val="333333"/>
              </a:buClr>
              <a:buSzPts val="1800"/>
            </a:pPr>
            <a:r>
              <a:rPr lang="ru-RU" sz="3000" dirty="0">
                <a:solidFill>
                  <a:schemeClr val="bg1">
                    <a:lumMod val="95000"/>
                  </a:schemeClr>
                </a:solidFill>
                <a:latin typeface="Mulish SemiBold"/>
                <a:ea typeface="Mulish SemiBold"/>
                <a:cs typeface="Mulish SemiBold"/>
                <a:sym typeface="Mulish SemiBold"/>
              </a:rPr>
              <a:t>Синхронный - программа читает файл и ждёт пока операция завершится, только потом идёт дальше:</a:t>
            </a:r>
            <a:endParaRPr lang="en-US" sz="3000" dirty="0">
              <a:solidFill>
                <a:schemeClr val="bg1">
                  <a:lumMod val="95000"/>
                </a:schemeClr>
              </a:solidFill>
              <a:latin typeface="Mulish SemiBold"/>
              <a:ea typeface="Mulish SemiBold"/>
              <a:cs typeface="Mulish SemiBold"/>
              <a:sym typeface="Mulish SemiBold"/>
            </a:endParaRPr>
          </a:p>
          <a:p>
            <a:pPr lvl="0">
              <a:lnSpc>
                <a:spcPct val="115000"/>
              </a:lnSpc>
              <a:buClr>
                <a:srgbClr val="333333"/>
              </a:buClr>
              <a:buSzPts val="1800"/>
            </a:pPr>
            <a:endParaRPr lang="ru-RU" sz="3000" dirty="0">
              <a:solidFill>
                <a:schemeClr val="bg1">
                  <a:lumMod val="95000"/>
                </a:schemeClr>
              </a:solidFill>
              <a:latin typeface="Mulish SemiBold"/>
              <a:ea typeface="Mulish SemiBold"/>
              <a:cs typeface="Mulish SemiBold"/>
              <a:sym typeface="Mulish SemiBold"/>
            </a:endParaRPr>
          </a:p>
          <a:p>
            <a:pPr lvl="0">
              <a:lnSpc>
                <a:spcPct val="115000"/>
              </a:lnSpc>
              <a:buClr>
                <a:srgbClr val="333333"/>
              </a:buClr>
              <a:buSzPts val="1800"/>
            </a:pPr>
            <a:endParaRPr lang="en-US" sz="3000" dirty="0">
              <a:solidFill>
                <a:schemeClr val="bg1">
                  <a:lumMod val="95000"/>
                </a:schemeClr>
              </a:solidFill>
              <a:latin typeface="Mulish SemiBold"/>
              <a:ea typeface="Mulish SemiBold"/>
              <a:cs typeface="Mulish SemiBold"/>
              <a:sym typeface="Mulish SemiBold"/>
            </a:endParaRPr>
          </a:p>
          <a:p>
            <a:pPr lvl="0">
              <a:lnSpc>
                <a:spcPct val="115000"/>
              </a:lnSpc>
              <a:buClr>
                <a:srgbClr val="333333"/>
              </a:buClr>
              <a:buSzPts val="1800"/>
            </a:pPr>
            <a:endParaRPr lang="ru-RU" sz="3000" dirty="0">
              <a:solidFill>
                <a:schemeClr val="bg1">
                  <a:lumMod val="95000"/>
                </a:schemeClr>
              </a:solidFill>
              <a:latin typeface="Mulish SemiBold"/>
              <a:ea typeface="Mulish SemiBold"/>
              <a:cs typeface="Mulish SemiBold"/>
              <a:sym typeface="Mulish SemiBold"/>
            </a:endParaRPr>
          </a:p>
          <a:p>
            <a:pPr lvl="0">
              <a:lnSpc>
                <a:spcPct val="115000"/>
              </a:lnSpc>
              <a:buClr>
                <a:srgbClr val="333333"/>
              </a:buClr>
              <a:buSzPts val="1800"/>
            </a:pPr>
            <a:endParaRPr lang="ru-RU" sz="3000" dirty="0">
              <a:solidFill>
                <a:schemeClr val="bg1">
                  <a:lumMod val="95000"/>
                </a:schemeClr>
              </a:solidFill>
              <a:latin typeface="Mulish SemiBold"/>
              <a:ea typeface="Mulish SemiBold"/>
              <a:cs typeface="Mulish SemiBold"/>
              <a:sym typeface="Mulish SemiBold"/>
            </a:endParaRPr>
          </a:p>
          <a:p>
            <a:pPr lvl="0">
              <a:lnSpc>
                <a:spcPct val="115000"/>
              </a:lnSpc>
              <a:buClr>
                <a:srgbClr val="333333"/>
              </a:buClr>
              <a:buSzPts val="1800"/>
            </a:pPr>
            <a:r>
              <a:rPr lang="ru-RU" sz="3000" dirty="0">
                <a:solidFill>
                  <a:schemeClr val="bg1">
                    <a:lumMod val="95000"/>
                  </a:schemeClr>
                </a:solidFill>
                <a:latin typeface="Mulish SemiBold"/>
                <a:ea typeface="Mulish SemiBold"/>
                <a:cs typeface="Mulish SemiBold"/>
                <a:sym typeface="Mulish SemiBold"/>
              </a:rPr>
              <a:t>Вывод:</a:t>
            </a:r>
          </a:p>
          <a:p>
            <a:pPr lvl="0">
              <a:lnSpc>
                <a:spcPct val="115000"/>
              </a:lnSpc>
              <a:buClr>
                <a:srgbClr val="333333"/>
              </a:buClr>
              <a:buSzPts val="1800"/>
            </a:pPr>
            <a:r>
              <a:rPr lang="ru-RU" sz="3000" dirty="0">
                <a:solidFill>
                  <a:srgbClr val="FFFF00"/>
                </a:solidFill>
                <a:latin typeface="Mulish SemiBold"/>
                <a:ea typeface="Mulish SemiBold"/>
                <a:cs typeface="Mulish SemiBold"/>
                <a:sym typeface="Mulish SemiBold"/>
              </a:rPr>
              <a:t>Начало</a:t>
            </a:r>
          </a:p>
          <a:p>
            <a:pPr lvl="0">
              <a:lnSpc>
                <a:spcPct val="115000"/>
              </a:lnSpc>
              <a:buClr>
                <a:srgbClr val="333333"/>
              </a:buClr>
              <a:buSzPts val="1800"/>
            </a:pPr>
            <a:r>
              <a:rPr lang="ru-RU" sz="3000" dirty="0">
                <a:solidFill>
                  <a:srgbClr val="FFFF00"/>
                </a:solidFill>
                <a:latin typeface="Mulish SemiBold"/>
                <a:ea typeface="Mulish SemiBold"/>
                <a:cs typeface="Mulish SemiBold"/>
                <a:sym typeface="Mulish SemiBold"/>
              </a:rPr>
              <a:t>содержимое файла</a:t>
            </a:r>
          </a:p>
          <a:p>
            <a:pPr lvl="0">
              <a:lnSpc>
                <a:spcPct val="115000"/>
              </a:lnSpc>
              <a:buClr>
                <a:srgbClr val="333333"/>
              </a:buClr>
              <a:buSzPts val="1800"/>
            </a:pPr>
            <a:r>
              <a:rPr lang="ru-RU" sz="3000" dirty="0">
                <a:solidFill>
                  <a:srgbClr val="FFFF00"/>
                </a:solidFill>
                <a:latin typeface="Mulish SemiBold"/>
                <a:ea typeface="Mulish SemiBold"/>
                <a:cs typeface="Mulish SemiBold"/>
                <a:sym typeface="Mulish SemiBold"/>
              </a:rPr>
              <a:t>Конец</a:t>
            </a:r>
            <a:endParaRPr lang="ru-RU" sz="3000" b="0" i="0" u="none" strike="noStrike" cap="none" dirty="0">
              <a:solidFill>
                <a:srgbClr val="FFFF00"/>
              </a:solidFill>
              <a:latin typeface="Mulish SemiBold"/>
              <a:ea typeface="Mulish SemiBold"/>
              <a:cs typeface="Mulish SemiBold"/>
              <a:sym typeface="Mulish SemiBold"/>
            </a:endParaRPr>
          </a:p>
        </p:txBody>
      </p:sp>
      <p:pic>
        <p:nvPicPr>
          <p:cNvPr id="5" name="Google Shape;152;g30f32ff6c42_0_5">
            <a:extLst>
              <a:ext uri="{FF2B5EF4-FFF2-40B4-BE49-F238E27FC236}">
                <a16:creationId xmlns:a16="http://schemas.microsoft.com/office/drawing/2014/main" id="{2E2E7FB7-A9C9-18AF-D5E5-AD0C9A6AAF34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 rot="-5400000">
            <a:off x="8167744" y="4110257"/>
            <a:ext cx="1474076" cy="162359"/>
          </a:xfrm>
          <a:prstGeom prst="rect">
            <a:avLst/>
          </a:prstGeom>
          <a:noFill/>
          <a:ln>
            <a:noFill/>
          </a:ln>
        </p:spPr>
      </p:pic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0B545DD3-6176-5A44-7783-E2329D96201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63640" y="2134481"/>
            <a:ext cx="6264538" cy="116178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9357980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7F61DD"/>
        </a:solidFill>
        <a:effectLst/>
      </p:bgPr>
    </p:bg>
    <p:spTree>
      <p:nvGrpSpPr>
        <p:cNvPr id="1" name="Shape 198">
          <a:extLst>
            <a:ext uri="{FF2B5EF4-FFF2-40B4-BE49-F238E27FC236}">
              <a16:creationId xmlns:a16="http://schemas.microsoft.com/office/drawing/2014/main" id="{666ED7FF-6A75-0C40-7DFA-06000ABFBD2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153;g30f32ff6c42_0_5">
            <a:extLst>
              <a:ext uri="{FF2B5EF4-FFF2-40B4-BE49-F238E27FC236}">
                <a16:creationId xmlns:a16="http://schemas.microsoft.com/office/drawing/2014/main" id="{EE7F9C6C-A6FA-2B6C-34B2-FFFA6B02BC67}"/>
              </a:ext>
            </a:extLst>
          </p:cNvPr>
          <p:cNvSpPr/>
          <p:nvPr/>
        </p:nvSpPr>
        <p:spPr>
          <a:xfrm>
            <a:off x="320399" y="169333"/>
            <a:ext cx="8359961" cy="487680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 fontScale="70000" lnSpcReduction="20000"/>
          </a:bodyPr>
          <a:lstStyle/>
          <a:p>
            <a:pPr lvl="0">
              <a:lnSpc>
                <a:spcPct val="115000"/>
              </a:lnSpc>
              <a:buClr>
                <a:srgbClr val="333333"/>
              </a:buClr>
              <a:buSzPts val="1800"/>
            </a:pPr>
            <a:r>
              <a:rPr lang="ru-RU" sz="3000" dirty="0">
                <a:solidFill>
                  <a:schemeClr val="bg1">
                    <a:lumMod val="95000"/>
                  </a:schemeClr>
                </a:solidFill>
                <a:latin typeface="Mulish SemiBold"/>
                <a:ea typeface="Mulish SemiBold"/>
                <a:cs typeface="Mulish SemiBold"/>
                <a:sym typeface="Mulish SemiBold"/>
              </a:rPr>
              <a:t>Асинхронный - программа запускает чтение файла и не ждёт - сразу идёт дальше, а когда файл прочитан - возвращается к результату:</a:t>
            </a:r>
            <a:endParaRPr lang="en-US" sz="3000" dirty="0">
              <a:solidFill>
                <a:schemeClr val="bg1">
                  <a:lumMod val="95000"/>
                </a:schemeClr>
              </a:solidFill>
              <a:latin typeface="Mulish SemiBold"/>
              <a:ea typeface="Mulish SemiBold"/>
              <a:cs typeface="Mulish SemiBold"/>
              <a:sym typeface="Mulish SemiBold"/>
            </a:endParaRPr>
          </a:p>
          <a:p>
            <a:pPr lvl="0">
              <a:lnSpc>
                <a:spcPct val="115000"/>
              </a:lnSpc>
              <a:buClr>
                <a:srgbClr val="333333"/>
              </a:buClr>
              <a:buSzPts val="1800"/>
            </a:pPr>
            <a:endParaRPr lang="en-US" sz="3000" dirty="0">
              <a:solidFill>
                <a:schemeClr val="bg1">
                  <a:lumMod val="95000"/>
                </a:schemeClr>
              </a:solidFill>
              <a:latin typeface="Mulish SemiBold"/>
              <a:ea typeface="Mulish SemiBold"/>
              <a:cs typeface="Mulish SemiBold"/>
              <a:sym typeface="Mulish SemiBold"/>
            </a:endParaRPr>
          </a:p>
          <a:p>
            <a:pPr lvl="0">
              <a:lnSpc>
                <a:spcPct val="115000"/>
              </a:lnSpc>
              <a:buClr>
                <a:srgbClr val="333333"/>
              </a:buClr>
              <a:buSzPts val="1800"/>
            </a:pPr>
            <a:endParaRPr lang="en-US" sz="3000" dirty="0">
              <a:solidFill>
                <a:schemeClr val="bg1">
                  <a:lumMod val="95000"/>
                </a:schemeClr>
              </a:solidFill>
              <a:latin typeface="Mulish SemiBold"/>
              <a:ea typeface="Mulish SemiBold"/>
              <a:cs typeface="Mulish SemiBold"/>
              <a:sym typeface="Mulish SemiBold"/>
            </a:endParaRPr>
          </a:p>
          <a:p>
            <a:pPr lvl="0">
              <a:lnSpc>
                <a:spcPct val="115000"/>
              </a:lnSpc>
              <a:buClr>
                <a:srgbClr val="333333"/>
              </a:buClr>
              <a:buSzPts val="1800"/>
            </a:pPr>
            <a:endParaRPr lang="en-US" sz="3000" dirty="0">
              <a:solidFill>
                <a:schemeClr val="bg1">
                  <a:lumMod val="95000"/>
                </a:schemeClr>
              </a:solidFill>
              <a:latin typeface="Mulish SemiBold"/>
              <a:ea typeface="Mulish SemiBold"/>
              <a:cs typeface="Mulish SemiBold"/>
              <a:sym typeface="Mulish SemiBold"/>
            </a:endParaRPr>
          </a:p>
          <a:p>
            <a:pPr lvl="0">
              <a:lnSpc>
                <a:spcPct val="115000"/>
              </a:lnSpc>
              <a:buClr>
                <a:srgbClr val="333333"/>
              </a:buClr>
              <a:buSzPts val="1800"/>
            </a:pPr>
            <a:endParaRPr lang="en-US" sz="3000" dirty="0">
              <a:solidFill>
                <a:schemeClr val="bg1">
                  <a:lumMod val="95000"/>
                </a:schemeClr>
              </a:solidFill>
              <a:latin typeface="Mulish SemiBold"/>
              <a:ea typeface="Mulish SemiBold"/>
              <a:cs typeface="Mulish SemiBold"/>
              <a:sym typeface="Mulish SemiBold"/>
            </a:endParaRPr>
          </a:p>
          <a:p>
            <a:pPr lvl="0">
              <a:lnSpc>
                <a:spcPct val="115000"/>
              </a:lnSpc>
              <a:buClr>
                <a:srgbClr val="333333"/>
              </a:buClr>
              <a:buSzPts val="1800"/>
            </a:pPr>
            <a:endParaRPr lang="en-US" sz="3000" dirty="0">
              <a:solidFill>
                <a:schemeClr val="bg1">
                  <a:lumMod val="95000"/>
                </a:schemeClr>
              </a:solidFill>
              <a:latin typeface="Mulish SemiBold"/>
              <a:ea typeface="Mulish SemiBold"/>
              <a:cs typeface="Mulish SemiBold"/>
              <a:sym typeface="Mulish SemiBold"/>
            </a:endParaRPr>
          </a:p>
          <a:p>
            <a:pPr lvl="0">
              <a:lnSpc>
                <a:spcPct val="115000"/>
              </a:lnSpc>
              <a:buClr>
                <a:srgbClr val="333333"/>
              </a:buClr>
              <a:buSzPts val="1800"/>
            </a:pPr>
            <a:endParaRPr lang="ru-RU" sz="3000" dirty="0">
              <a:solidFill>
                <a:schemeClr val="bg1">
                  <a:lumMod val="95000"/>
                </a:schemeClr>
              </a:solidFill>
              <a:latin typeface="Mulish SemiBold"/>
              <a:ea typeface="Mulish SemiBold"/>
              <a:cs typeface="Mulish SemiBold"/>
              <a:sym typeface="Mulish SemiBold"/>
            </a:endParaRPr>
          </a:p>
          <a:p>
            <a:pPr lvl="0">
              <a:lnSpc>
                <a:spcPct val="115000"/>
              </a:lnSpc>
              <a:buClr>
                <a:srgbClr val="333333"/>
              </a:buClr>
              <a:buSzPts val="1800"/>
            </a:pPr>
            <a:r>
              <a:rPr lang="ru-RU" sz="3000" dirty="0">
                <a:solidFill>
                  <a:schemeClr val="bg1">
                    <a:lumMod val="95000"/>
                  </a:schemeClr>
                </a:solidFill>
                <a:latin typeface="Mulish SemiBold"/>
                <a:ea typeface="Mulish SemiBold"/>
                <a:cs typeface="Mulish SemiBold"/>
                <a:sym typeface="Mulish SemiBold"/>
              </a:rPr>
              <a:t>Вывод:</a:t>
            </a:r>
          </a:p>
          <a:p>
            <a:pPr lvl="0">
              <a:lnSpc>
                <a:spcPct val="115000"/>
              </a:lnSpc>
              <a:buClr>
                <a:srgbClr val="333333"/>
              </a:buClr>
              <a:buSzPts val="1800"/>
            </a:pPr>
            <a:r>
              <a:rPr lang="ru-RU" sz="3000" dirty="0">
                <a:solidFill>
                  <a:srgbClr val="FFFF00"/>
                </a:solidFill>
                <a:latin typeface="Mulish SemiBold"/>
                <a:ea typeface="Mulish SemiBold"/>
                <a:cs typeface="Mulish SemiBold"/>
                <a:sym typeface="Mulish SemiBold"/>
              </a:rPr>
              <a:t>Начало</a:t>
            </a:r>
          </a:p>
          <a:p>
            <a:pPr lvl="0">
              <a:lnSpc>
                <a:spcPct val="115000"/>
              </a:lnSpc>
              <a:buClr>
                <a:srgbClr val="333333"/>
              </a:buClr>
              <a:buSzPts val="1800"/>
            </a:pPr>
            <a:r>
              <a:rPr lang="ru-RU" sz="3000" dirty="0">
                <a:solidFill>
                  <a:srgbClr val="FFFF00"/>
                </a:solidFill>
                <a:latin typeface="Mulish SemiBold"/>
                <a:ea typeface="Mulish SemiBold"/>
                <a:cs typeface="Mulish SemiBold"/>
                <a:sym typeface="Mulish SemiBold"/>
              </a:rPr>
              <a:t>Конец</a:t>
            </a:r>
          </a:p>
          <a:p>
            <a:pPr lvl="0">
              <a:lnSpc>
                <a:spcPct val="115000"/>
              </a:lnSpc>
              <a:buClr>
                <a:srgbClr val="333333"/>
              </a:buClr>
              <a:buSzPts val="1800"/>
            </a:pPr>
            <a:r>
              <a:rPr lang="ru-RU" sz="3000" dirty="0">
                <a:solidFill>
                  <a:srgbClr val="FFFF00"/>
                </a:solidFill>
                <a:latin typeface="Mulish SemiBold"/>
                <a:ea typeface="Mulish SemiBold"/>
                <a:cs typeface="Mulish SemiBold"/>
                <a:sym typeface="Mulish SemiBold"/>
              </a:rPr>
              <a:t>содержимое файла  </a:t>
            </a:r>
            <a:r>
              <a:rPr lang="ru-RU" sz="3000" dirty="0">
                <a:solidFill>
                  <a:schemeClr val="bg1">
                    <a:lumMod val="95000"/>
                  </a:schemeClr>
                </a:solidFill>
                <a:latin typeface="Mulish SemiBold"/>
                <a:ea typeface="Mulish SemiBold"/>
                <a:cs typeface="Mulish SemiBold"/>
                <a:sym typeface="Mulish SemiBold"/>
              </a:rPr>
              <a:t>← пришло позже</a:t>
            </a:r>
            <a:endParaRPr lang="en-US" sz="3000" dirty="0">
              <a:solidFill>
                <a:schemeClr val="bg1">
                  <a:lumMod val="95000"/>
                </a:schemeClr>
              </a:solidFill>
              <a:latin typeface="Mulish SemiBold"/>
              <a:ea typeface="Mulish SemiBold"/>
              <a:cs typeface="Mulish SemiBold"/>
              <a:sym typeface="Mulish SemiBold"/>
            </a:endParaRPr>
          </a:p>
          <a:p>
            <a:pPr lvl="0">
              <a:lnSpc>
                <a:spcPct val="115000"/>
              </a:lnSpc>
              <a:buClr>
                <a:srgbClr val="333333"/>
              </a:buClr>
              <a:buSzPts val="1800"/>
            </a:pPr>
            <a:r>
              <a:rPr lang="ru-RU" sz="3000" dirty="0">
                <a:solidFill>
                  <a:schemeClr val="bg1">
                    <a:lumMod val="95000"/>
                  </a:schemeClr>
                </a:solidFill>
                <a:latin typeface="Mulish SemiBold"/>
                <a:sym typeface="Mulish SemiBold"/>
              </a:rPr>
              <a:t>Асинхронный подход подробно разберём в следующей лекции.</a:t>
            </a:r>
            <a:endParaRPr sz="3000" dirty="0">
              <a:solidFill>
                <a:schemeClr val="bg1">
                  <a:lumMod val="95000"/>
                </a:schemeClr>
              </a:solidFill>
              <a:latin typeface="Mulish SemiBold"/>
              <a:sym typeface="Mulish SemiBold"/>
            </a:endParaRPr>
          </a:p>
        </p:txBody>
      </p:sp>
      <p:pic>
        <p:nvPicPr>
          <p:cNvPr id="5" name="Google Shape;152;g30f32ff6c42_0_5">
            <a:extLst>
              <a:ext uri="{FF2B5EF4-FFF2-40B4-BE49-F238E27FC236}">
                <a16:creationId xmlns:a16="http://schemas.microsoft.com/office/drawing/2014/main" id="{5CFE9647-0761-8B04-D5E1-D4884DAC485A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 rot="-5400000">
            <a:off x="8167744" y="4110257"/>
            <a:ext cx="1474076" cy="162359"/>
          </a:xfrm>
          <a:prstGeom prst="rect">
            <a:avLst/>
          </a:prstGeom>
          <a:noFill/>
          <a:ln>
            <a:noFill/>
          </a:ln>
        </p:spPr>
      </p:pic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AC29C3F6-8402-D06F-FE10-FB26389BB1E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65704" y="1239132"/>
            <a:ext cx="6639807" cy="172777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9682635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7F61DD"/>
        </a:solidFill>
        <a:effectLst/>
      </p:bgPr>
    </p:bg>
    <p:spTree>
      <p:nvGrpSpPr>
        <p:cNvPr id="1" name="Shape 198">
          <a:extLst>
            <a:ext uri="{FF2B5EF4-FFF2-40B4-BE49-F238E27FC236}">
              <a16:creationId xmlns:a16="http://schemas.microsoft.com/office/drawing/2014/main" id="{1FCB8827-A25F-1B5D-F540-EC43D66BF99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153;g30f32ff6c42_0_5">
            <a:extLst>
              <a:ext uri="{FF2B5EF4-FFF2-40B4-BE49-F238E27FC236}">
                <a16:creationId xmlns:a16="http://schemas.microsoft.com/office/drawing/2014/main" id="{2CB4ED50-9B63-B592-A630-9D8E641F71F7}"/>
              </a:ext>
            </a:extLst>
          </p:cNvPr>
          <p:cNvSpPr/>
          <p:nvPr/>
        </p:nvSpPr>
        <p:spPr>
          <a:xfrm>
            <a:off x="320399" y="502276"/>
            <a:ext cx="8359961" cy="44261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lvl="0">
              <a:lnSpc>
                <a:spcPct val="115000"/>
              </a:lnSpc>
              <a:buClr>
                <a:srgbClr val="333333"/>
              </a:buClr>
              <a:buSzPts val="1800"/>
            </a:pPr>
            <a:r>
              <a:rPr lang="ru-RU" sz="3000" dirty="0">
                <a:solidFill>
                  <a:schemeClr val="bg1">
                    <a:lumMod val="95000"/>
                  </a:schemeClr>
                </a:solidFill>
                <a:latin typeface="Mulish SemiBold"/>
                <a:ea typeface="Mulish SemiBold"/>
                <a:cs typeface="Mulish SemiBold"/>
                <a:sym typeface="Mulish SemiBold"/>
              </a:rPr>
              <a:t>Сравнение подходов</a:t>
            </a:r>
            <a:r>
              <a:rPr lang="en-US" sz="3000" dirty="0">
                <a:solidFill>
                  <a:schemeClr val="bg1">
                    <a:lumMod val="95000"/>
                  </a:schemeClr>
                </a:solidFill>
                <a:latin typeface="Mulish SemiBold"/>
                <a:ea typeface="Mulish SemiBold"/>
                <a:cs typeface="Mulish SemiBold"/>
                <a:sym typeface="Mulish SemiBold"/>
              </a:rPr>
              <a:t>:</a:t>
            </a:r>
            <a:endParaRPr sz="3000" b="0" i="0" u="none" strike="noStrike" cap="none" dirty="0">
              <a:solidFill>
                <a:srgbClr val="333333"/>
              </a:solidFill>
              <a:latin typeface="Mulish SemiBold"/>
              <a:ea typeface="Mulish SemiBold"/>
              <a:cs typeface="Mulish SemiBold"/>
              <a:sym typeface="Mulish SemiBold"/>
            </a:endParaRPr>
          </a:p>
        </p:txBody>
      </p:sp>
      <p:pic>
        <p:nvPicPr>
          <p:cNvPr id="5" name="Google Shape;152;g30f32ff6c42_0_5">
            <a:extLst>
              <a:ext uri="{FF2B5EF4-FFF2-40B4-BE49-F238E27FC236}">
                <a16:creationId xmlns:a16="http://schemas.microsoft.com/office/drawing/2014/main" id="{189E1D49-E241-B254-5892-A1F3176731C0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 rot="-5400000">
            <a:off x="8167744" y="4110257"/>
            <a:ext cx="1474076" cy="162359"/>
          </a:xfrm>
          <a:prstGeom prst="rect">
            <a:avLst/>
          </a:prstGeom>
          <a:noFill/>
          <a:ln>
            <a:noFill/>
          </a:ln>
        </p:spPr>
      </p:pic>
      <p:pic>
        <p:nvPicPr>
          <p:cNvPr id="6" name="Рисунок 5">
            <a:extLst>
              <a:ext uri="{FF2B5EF4-FFF2-40B4-BE49-F238E27FC236}">
                <a16:creationId xmlns:a16="http://schemas.microsoft.com/office/drawing/2014/main" id="{A0642CE6-FA50-E2A8-B8C0-D4C45198DD6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11522" y="1423987"/>
            <a:ext cx="8168838" cy="293396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9224742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7F61DD"/>
        </a:solidFill>
        <a:effectLst/>
      </p:bgPr>
    </p:bg>
    <p:spTree>
      <p:nvGrpSpPr>
        <p:cNvPr id="1" name="Shape 198">
          <a:extLst>
            <a:ext uri="{FF2B5EF4-FFF2-40B4-BE49-F238E27FC236}">
              <a16:creationId xmlns:a16="http://schemas.microsoft.com/office/drawing/2014/main" id="{E5974A38-7BF9-86EC-A0C2-B35442343C2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153;g30f32ff6c42_0_5">
            <a:extLst>
              <a:ext uri="{FF2B5EF4-FFF2-40B4-BE49-F238E27FC236}">
                <a16:creationId xmlns:a16="http://schemas.microsoft.com/office/drawing/2014/main" id="{83408508-9DF1-944C-4E81-E16F988242AF}"/>
              </a:ext>
            </a:extLst>
          </p:cNvPr>
          <p:cNvSpPr/>
          <p:nvPr/>
        </p:nvSpPr>
        <p:spPr>
          <a:xfrm>
            <a:off x="320399" y="502276"/>
            <a:ext cx="8359961" cy="44261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 fontScale="92500" lnSpcReduction="20000"/>
          </a:bodyPr>
          <a:lstStyle/>
          <a:p>
            <a:pPr lvl="0">
              <a:lnSpc>
                <a:spcPct val="115000"/>
              </a:lnSpc>
              <a:buClr>
                <a:srgbClr val="333333"/>
              </a:buClr>
              <a:buSzPts val="1800"/>
            </a:pPr>
            <a:r>
              <a:rPr lang="ru-RU" sz="3000" dirty="0">
                <a:solidFill>
                  <a:schemeClr val="bg1">
                    <a:lumMod val="95000"/>
                  </a:schemeClr>
                </a:solidFill>
                <a:latin typeface="Mulish SemiBold"/>
                <a:ea typeface="Mulish SemiBold"/>
                <a:cs typeface="Mulish SemiBold"/>
                <a:sym typeface="Mulish SemiBold"/>
              </a:rPr>
              <a:t>Синхронные методы подходят когда:</a:t>
            </a:r>
          </a:p>
          <a:p>
            <a:pPr lvl="0">
              <a:lnSpc>
                <a:spcPct val="115000"/>
              </a:lnSpc>
              <a:buClr>
                <a:srgbClr val="333333"/>
              </a:buClr>
              <a:buSzPts val="1800"/>
            </a:pPr>
            <a:endParaRPr lang="ru-RU" sz="3000" dirty="0">
              <a:solidFill>
                <a:schemeClr val="bg1">
                  <a:lumMod val="95000"/>
                </a:schemeClr>
              </a:solidFill>
              <a:latin typeface="Mulish SemiBold"/>
              <a:ea typeface="Mulish SemiBold"/>
              <a:cs typeface="Mulish SemiBold"/>
              <a:sym typeface="Mulish SemiBold"/>
            </a:endParaRPr>
          </a:p>
          <a:p>
            <a:pPr marL="457200" lvl="0" indent="-457200">
              <a:lnSpc>
                <a:spcPct val="115000"/>
              </a:lnSpc>
              <a:buClr>
                <a:srgbClr val="333333"/>
              </a:buClr>
              <a:buSzPts val="1800"/>
              <a:buFont typeface="Arial" panose="020B0604020202020204" pitchFamily="34" charset="0"/>
              <a:buChar char="•"/>
            </a:pPr>
            <a:r>
              <a:rPr lang="ru-RU" sz="3000" dirty="0">
                <a:solidFill>
                  <a:schemeClr val="bg1">
                    <a:lumMod val="95000"/>
                  </a:schemeClr>
                </a:solidFill>
                <a:latin typeface="Mulish SemiBold"/>
                <a:ea typeface="Mulish SemiBold"/>
                <a:cs typeface="Mulish SemiBold"/>
                <a:sym typeface="Mulish SemiBold"/>
              </a:rPr>
              <a:t>Программа запускается один раз и завершается - например скрипт обработки файлов</a:t>
            </a:r>
          </a:p>
          <a:p>
            <a:pPr marL="457200" lvl="0" indent="-457200">
              <a:lnSpc>
                <a:spcPct val="115000"/>
              </a:lnSpc>
              <a:buClr>
                <a:srgbClr val="333333"/>
              </a:buClr>
              <a:buSzPts val="1800"/>
              <a:buFont typeface="Arial" panose="020B0604020202020204" pitchFamily="34" charset="0"/>
              <a:buChar char="•"/>
            </a:pPr>
            <a:r>
              <a:rPr lang="ru-RU" sz="3000" dirty="0">
                <a:solidFill>
                  <a:schemeClr val="bg1">
                    <a:lumMod val="95000"/>
                  </a:schemeClr>
                </a:solidFill>
                <a:latin typeface="Mulish SemiBold"/>
                <a:ea typeface="Mulish SemiBold"/>
                <a:cs typeface="Mulish SemiBold"/>
                <a:sym typeface="Mulish SemiBold"/>
              </a:rPr>
              <a:t>Нужно прочитать конфигурацию при старте программы</a:t>
            </a:r>
          </a:p>
          <a:p>
            <a:pPr marL="457200" lvl="0" indent="-457200">
              <a:lnSpc>
                <a:spcPct val="115000"/>
              </a:lnSpc>
              <a:buClr>
                <a:srgbClr val="333333"/>
              </a:buClr>
              <a:buSzPts val="1800"/>
              <a:buFont typeface="Arial" panose="020B0604020202020204" pitchFamily="34" charset="0"/>
              <a:buChar char="•"/>
            </a:pPr>
            <a:r>
              <a:rPr lang="ru-RU" sz="3000" dirty="0">
                <a:solidFill>
                  <a:schemeClr val="bg1">
                    <a:lumMod val="95000"/>
                  </a:schemeClr>
                </a:solidFill>
                <a:latin typeface="Mulish SemiBold"/>
                <a:ea typeface="Mulish SemiBold"/>
                <a:cs typeface="Mulish SemiBold"/>
                <a:sym typeface="Mulish SemiBold"/>
              </a:rPr>
              <a:t>Пишем простую утилиту командной строки</a:t>
            </a:r>
          </a:p>
          <a:p>
            <a:pPr marL="457200" lvl="0" indent="-457200">
              <a:lnSpc>
                <a:spcPct val="115000"/>
              </a:lnSpc>
              <a:buClr>
                <a:srgbClr val="333333"/>
              </a:buClr>
              <a:buSzPts val="1800"/>
              <a:buFont typeface="Arial" panose="020B0604020202020204" pitchFamily="34" charset="0"/>
              <a:buChar char="•"/>
            </a:pPr>
            <a:r>
              <a:rPr lang="ru-RU" sz="3000" dirty="0">
                <a:solidFill>
                  <a:schemeClr val="bg1">
                    <a:lumMod val="95000"/>
                  </a:schemeClr>
                </a:solidFill>
                <a:latin typeface="Mulish SemiBold"/>
                <a:ea typeface="Mulish SemiBold"/>
                <a:cs typeface="Mulish SemiBold"/>
                <a:sym typeface="Mulish SemiBold"/>
              </a:rPr>
              <a:t>Учимся - синхронный код проще читать и понимать</a:t>
            </a:r>
            <a:endParaRPr sz="3000" b="0" i="0" u="none" strike="noStrike" cap="none" dirty="0">
              <a:solidFill>
                <a:srgbClr val="333333"/>
              </a:solidFill>
              <a:latin typeface="Mulish SemiBold"/>
              <a:ea typeface="Mulish SemiBold"/>
              <a:cs typeface="Mulish SemiBold"/>
              <a:sym typeface="Mulish SemiBold"/>
            </a:endParaRPr>
          </a:p>
        </p:txBody>
      </p:sp>
      <p:pic>
        <p:nvPicPr>
          <p:cNvPr id="5" name="Google Shape;152;g30f32ff6c42_0_5">
            <a:extLst>
              <a:ext uri="{FF2B5EF4-FFF2-40B4-BE49-F238E27FC236}">
                <a16:creationId xmlns:a16="http://schemas.microsoft.com/office/drawing/2014/main" id="{AA4154AF-7DBE-FF49-9F0F-912EC4C34718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 rot="-5400000">
            <a:off x="8167744" y="4110257"/>
            <a:ext cx="1474076" cy="162359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358805907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7F61DD"/>
        </a:solidFill>
        <a:effectLst/>
      </p:bgPr>
    </p:bg>
    <p:spTree>
      <p:nvGrpSpPr>
        <p:cNvPr id="1" name="Shape 198">
          <a:extLst>
            <a:ext uri="{FF2B5EF4-FFF2-40B4-BE49-F238E27FC236}">
              <a16:creationId xmlns:a16="http://schemas.microsoft.com/office/drawing/2014/main" id="{67E1C49C-1938-F461-02A6-5F1E16999F0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oogle Shape;149;g30f32ff6c42_0_5">
            <a:extLst>
              <a:ext uri="{FF2B5EF4-FFF2-40B4-BE49-F238E27FC236}">
                <a16:creationId xmlns:a16="http://schemas.microsoft.com/office/drawing/2014/main" id="{96A145A8-17DA-5B1A-46E6-702E9E0073CE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398525" y="135467"/>
            <a:ext cx="8346900" cy="54186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91425" rIns="0" bIns="91425" anchor="t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620"/>
              <a:buFont typeface="Mulish Black"/>
              <a:buNone/>
            </a:pPr>
            <a:r>
              <a:rPr lang="ru-RU" sz="3420" dirty="0">
                <a:solidFill>
                  <a:schemeClr val="bg1"/>
                </a:solidFill>
                <a:latin typeface="Mulish Black"/>
                <a:ea typeface="Mulish Black"/>
                <a:cs typeface="Mulish Black"/>
                <a:sym typeface="Mulish Black"/>
              </a:rPr>
              <a:t>2. Чтение файла - </a:t>
            </a:r>
            <a:r>
              <a:rPr lang="en-US" sz="3420" dirty="0" err="1">
                <a:solidFill>
                  <a:srgbClr val="FFFF00"/>
                </a:solidFill>
                <a:latin typeface="Mulish Black"/>
                <a:ea typeface="Mulish Black"/>
                <a:cs typeface="Mulish Black"/>
                <a:sym typeface="Mulish Black"/>
              </a:rPr>
              <a:t>fs.readFileSync</a:t>
            </a:r>
            <a:r>
              <a:rPr lang="en-US" sz="3420" dirty="0">
                <a:solidFill>
                  <a:srgbClr val="FFFF00"/>
                </a:solidFill>
                <a:latin typeface="Mulish Black"/>
                <a:ea typeface="Mulish Black"/>
                <a:cs typeface="Mulish Black"/>
                <a:sym typeface="Mulish Black"/>
              </a:rPr>
              <a:t>()</a:t>
            </a:r>
          </a:p>
        </p:txBody>
      </p:sp>
      <p:sp>
        <p:nvSpPr>
          <p:cNvPr id="3" name="Google Shape;153;g30f32ff6c42_0_5">
            <a:extLst>
              <a:ext uri="{FF2B5EF4-FFF2-40B4-BE49-F238E27FC236}">
                <a16:creationId xmlns:a16="http://schemas.microsoft.com/office/drawing/2014/main" id="{2D864CD3-DB4C-A805-18F7-32D8CDDCBE88}"/>
              </a:ext>
            </a:extLst>
          </p:cNvPr>
          <p:cNvSpPr/>
          <p:nvPr/>
        </p:nvSpPr>
        <p:spPr>
          <a:xfrm>
            <a:off x="320400" y="880533"/>
            <a:ext cx="8150700" cy="404794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lvl="0">
              <a:lnSpc>
                <a:spcPct val="115000"/>
              </a:lnSpc>
              <a:buClr>
                <a:srgbClr val="333333"/>
              </a:buClr>
              <a:buSzPts val="1800"/>
            </a:pPr>
            <a:r>
              <a:rPr lang="ru-RU" sz="3000" dirty="0" err="1">
                <a:solidFill>
                  <a:srgbClr val="FFFF00"/>
                </a:solidFill>
                <a:latin typeface="Mulish SemiBold"/>
                <a:ea typeface="Mulish SemiBold"/>
                <a:cs typeface="Mulish SemiBold"/>
                <a:sym typeface="Mulish SemiBold"/>
              </a:rPr>
              <a:t>fs</a:t>
            </a:r>
            <a:r>
              <a:rPr lang="ru-RU" sz="3000" dirty="0">
                <a:solidFill>
                  <a:srgbClr val="FFFF00"/>
                </a:solidFill>
                <a:latin typeface="Mulish SemiBold"/>
                <a:ea typeface="Mulish SemiBold"/>
                <a:cs typeface="Mulish SemiBold"/>
                <a:sym typeface="Mulish SemiBold"/>
              </a:rPr>
              <a:t>.</a:t>
            </a:r>
            <a:r>
              <a:rPr lang="en-US" sz="3000" dirty="0">
                <a:solidFill>
                  <a:srgbClr val="FFFF00"/>
                </a:solidFill>
                <a:latin typeface="Mulish SemiBold"/>
                <a:ea typeface="Mulish SemiBold"/>
                <a:cs typeface="Mulish SemiBold"/>
                <a:sym typeface="Mulish SemiBold"/>
              </a:rPr>
              <a:t>read</a:t>
            </a:r>
            <a:r>
              <a:rPr lang="ru-RU" sz="3000" dirty="0" err="1">
                <a:solidFill>
                  <a:srgbClr val="FFFF00"/>
                </a:solidFill>
                <a:latin typeface="Mulish SemiBold"/>
                <a:ea typeface="Mulish SemiBold"/>
                <a:cs typeface="Mulish SemiBold"/>
                <a:sym typeface="Mulish SemiBold"/>
              </a:rPr>
              <a:t>FileSync</a:t>
            </a:r>
            <a:r>
              <a:rPr lang="ru-RU" sz="3000" dirty="0">
                <a:solidFill>
                  <a:srgbClr val="FFFF00"/>
                </a:solidFill>
                <a:latin typeface="Mulish SemiBold"/>
                <a:ea typeface="Mulish SemiBold"/>
                <a:cs typeface="Mulish SemiBold"/>
                <a:sym typeface="Mulish SemiBold"/>
              </a:rPr>
              <a:t> </a:t>
            </a:r>
            <a:r>
              <a:rPr lang="ru-RU" sz="3000" dirty="0">
                <a:solidFill>
                  <a:schemeClr val="bg1"/>
                </a:solidFill>
                <a:latin typeface="Mulish SemiBold"/>
                <a:ea typeface="Mulish SemiBold"/>
                <a:cs typeface="Mulish SemiBold"/>
                <a:sym typeface="Mulish SemiBold"/>
              </a:rPr>
              <a:t>- это синхронный метод Node.js для чтения данных из файла.</a:t>
            </a:r>
            <a:endParaRPr lang="en-US" sz="3000" dirty="0">
              <a:solidFill>
                <a:schemeClr val="bg1"/>
              </a:solidFill>
              <a:latin typeface="Mulish SemiBold"/>
              <a:ea typeface="Mulish SemiBold"/>
              <a:cs typeface="Mulish SemiBold"/>
              <a:sym typeface="Mulish SemiBold"/>
            </a:endParaRPr>
          </a:p>
          <a:p>
            <a:pPr lvl="0">
              <a:lnSpc>
                <a:spcPct val="115000"/>
              </a:lnSpc>
              <a:buClr>
                <a:srgbClr val="333333"/>
              </a:buClr>
              <a:buSzPts val="1800"/>
            </a:pPr>
            <a:r>
              <a:rPr lang="ru-RU" sz="3000" dirty="0">
                <a:solidFill>
                  <a:schemeClr val="bg1"/>
                </a:solidFill>
                <a:latin typeface="Mulish SemiBold"/>
                <a:ea typeface="Mulish SemiBold"/>
                <a:cs typeface="Mulish SemiBold"/>
                <a:sym typeface="Mulish SemiBold"/>
              </a:rPr>
              <a:t>Синтаксис</a:t>
            </a:r>
            <a:r>
              <a:rPr lang="en-US" sz="3000" dirty="0">
                <a:solidFill>
                  <a:schemeClr val="bg1"/>
                </a:solidFill>
                <a:latin typeface="Mulish SemiBold"/>
                <a:ea typeface="Mulish SemiBold"/>
                <a:cs typeface="Mulish SemiBold"/>
                <a:sym typeface="Mulish SemiBold"/>
              </a:rPr>
              <a:t>:</a:t>
            </a:r>
            <a:endParaRPr lang="ru-RU" sz="3000" dirty="0">
              <a:solidFill>
                <a:schemeClr val="bg1"/>
              </a:solidFill>
              <a:latin typeface="Mulish SemiBold"/>
              <a:ea typeface="Mulish SemiBold"/>
              <a:cs typeface="Mulish SemiBold"/>
              <a:sym typeface="Mulish SemiBold"/>
            </a:endParaRPr>
          </a:p>
          <a:p>
            <a:pPr lvl="0">
              <a:lnSpc>
                <a:spcPct val="115000"/>
              </a:lnSpc>
              <a:buClr>
                <a:srgbClr val="333333"/>
              </a:buClr>
              <a:buSzPts val="1800"/>
            </a:pPr>
            <a:r>
              <a:rPr lang="en-US" sz="3000" dirty="0" err="1">
                <a:solidFill>
                  <a:srgbClr val="FFFF00"/>
                </a:solidFill>
                <a:latin typeface="Mulish SemiBold"/>
                <a:ea typeface="Mulish SemiBold"/>
                <a:cs typeface="Mulish SemiBold"/>
                <a:sym typeface="Mulish SemiBold"/>
              </a:rPr>
              <a:t>fs.readFileSync</a:t>
            </a:r>
            <a:r>
              <a:rPr lang="en-US" sz="3000" dirty="0">
                <a:solidFill>
                  <a:srgbClr val="FFFF00"/>
                </a:solidFill>
                <a:latin typeface="Mulish SemiBold"/>
                <a:ea typeface="Mulish SemiBold"/>
                <a:cs typeface="Mulish SemiBold"/>
                <a:sym typeface="Mulish SemiBold"/>
              </a:rPr>
              <a:t>(path, encoding)</a:t>
            </a:r>
            <a:endParaRPr lang="ru-RU" sz="3000" dirty="0">
              <a:solidFill>
                <a:srgbClr val="FFFF00"/>
              </a:solidFill>
              <a:latin typeface="Mulish SemiBold"/>
              <a:ea typeface="Mulish SemiBold"/>
              <a:cs typeface="Mulish SemiBold"/>
              <a:sym typeface="Mulish SemiBold"/>
            </a:endParaRPr>
          </a:p>
          <a:p>
            <a:pPr lvl="0">
              <a:lnSpc>
                <a:spcPct val="115000"/>
              </a:lnSpc>
              <a:buClr>
                <a:srgbClr val="333333"/>
              </a:buClr>
              <a:buSzPts val="1800"/>
            </a:pPr>
            <a:endParaRPr lang="ru-RU" sz="3000" dirty="0">
              <a:solidFill>
                <a:schemeClr val="bg1"/>
              </a:solidFill>
              <a:latin typeface="Mulish SemiBold"/>
              <a:ea typeface="Mulish SemiBold"/>
              <a:cs typeface="Mulish SemiBold"/>
              <a:sym typeface="Mulish SemiBold"/>
            </a:endParaRPr>
          </a:p>
          <a:p>
            <a:pPr lvl="0">
              <a:lnSpc>
                <a:spcPct val="115000"/>
              </a:lnSpc>
              <a:buClr>
                <a:srgbClr val="333333"/>
              </a:buClr>
              <a:buSzPts val="1800"/>
            </a:pPr>
            <a:r>
              <a:rPr lang="en-US" sz="3000" dirty="0">
                <a:solidFill>
                  <a:srgbClr val="FFFF00"/>
                </a:solidFill>
                <a:latin typeface="Mulish SemiBold"/>
                <a:ea typeface="Mulish SemiBold"/>
                <a:cs typeface="Mulish SemiBold"/>
                <a:sym typeface="Mulish SemiBold"/>
              </a:rPr>
              <a:t>p</a:t>
            </a:r>
            <a:r>
              <a:rPr lang="ru-RU" sz="3000" dirty="0" err="1">
                <a:solidFill>
                  <a:srgbClr val="FFFF00"/>
                </a:solidFill>
                <a:latin typeface="Mulish SemiBold"/>
                <a:ea typeface="Mulish SemiBold"/>
                <a:cs typeface="Mulish SemiBold"/>
                <a:sym typeface="Mulish SemiBold"/>
              </a:rPr>
              <a:t>ath</a:t>
            </a:r>
            <a:r>
              <a:rPr lang="ru-RU" sz="3000" dirty="0">
                <a:solidFill>
                  <a:srgbClr val="FFFF00"/>
                </a:solidFill>
                <a:latin typeface="Mulish SemiBold"/>
                <a:ea typeface="Mulish SemiBold"/>
                <a:cs typeface="Mulish SemiBold"/>
                <a:sym typeface="Mulish SemiBold"/>
              </a:rPr>
              <a:t> </a:t>
            </a:r>
            <a:r>
              <a:rPr lang="en-US" sz="3000" dirty="0">
                <a:solidFill>
                  <a:srgbClr val="FFFF00"/>
                </a:solidFill>
                <a:latin typeface="Mulish SemiBold"/>
                <a:ea typeface="Mulish SemiBold"/>
                <a:cs typeface="Mulish SemiBold"/>
                <a:sym typeface="Mulish SemiBold"/>
              </a:rPr>
              <a:t>          </a:t>
            </a:r>
            <a:r>
              <a:rPr lang="en-US" sz="3000" dirty="0">
                <a:solidFill>
                  <a:schemeClr val="bg1"/>
                </a:solidFill>
                <a:latin typeface="Mulish SemiBold"/>
                <a:ea typeface="Mulish SemiBold"/>
                <a:cs typeface="Mulish SemiBold"/>
                <a:sym typeface="Mulish SemiBold"/>
              </a:rPr>
              <a:t>- </a:t>
            </a:r>
            <a:r>
              <a:rPr lang="ru-RU" sz="3000" dirty="0">
                <a:solidFill>
                  <a:schemeClr val="bg1"/>
                </a:solidFill>
                <a:latin typeface="Mulish SemiBold"/>
                <a:ea typeface="Mulish SemiBold"/>
                <a:cs typeface="Mulish SemiBold"/>
                <a:sym typeface="Mulish SemiBold"/>
              </a:rPr>
              <a:t>Путь к файлу</a:t>
            </a:r>
            <a:endParaRPr lang="en-US" sz="3000" dirty="0">
              <a:solidFill>
                <a:schemeClr val="bg1"/>
              </a:solidFill>
              <a:latin typeface="Mulish SemiBold"/>
              <a:ea typeface="Mulish SemiBold"/>
              <a:cs typeface="Mulish SemiBold"/>
              <a:sym typeface="Mulish SemiBold"/>
            </a:endParaRPr>
          </a:p>
          <a:p>
            <a:pPr lvl="0">
              <a:lnSpc>
                <a:spcPct val="115000"/>
              </a:lnSpc>
              <a:buClr>
                <a:srgbClr val="333333"/>
              </a:buClr>
              <a:buSzPts val="1800"/>
            </a:pPr>
            <a:r>
              <a:rPr lang="en-US" sz="3000" dirty="0">
                <a:solidFill>
                  <a:srgbClr val="FFFF00"/>
                </a:solidFill>
                <a:latin typeface="Mulish SemiBold"/>
                <a:ea typeface="Mulish SemiBold"/>
                <a:cs typeface="Mulish SemiBold"/>
                <a:sym typeface="Mulish SemiBold"/>
              </a:rPr>
              <a:t>e</a:t>
            </a:r>
            <a:r>
              <a:rPr lang="ru-RU" sz="3000" dirty="0" err="1">
                <a:solidFill>
                  <a:srgbClr val="FFFF00"/>
                </a:solidFill>
                <a:latin typeface="Mulish SemiBold"/>
                <a:ea typeface="Mulish SemiBold"/>
                <a:cs typeface="Mulish SemiBold"/>
                <a:sym typeface="Mulish SemiBold"/>
              </a:rPr>
              <a:t>ncoding</a:t>
            </a:r>
            <a:r>
              <a:rPr lang="en-US" sz="3000" dirty="0">
                <a:solidFill>
                  <a:srgbClr val="FFFF00"/>
                </a:solidFill>
                <a:latin typeface="Mulish SemiBold"/>
                <a:ea typeface="Mulish SemiBold"/>
                <a:cs typeface="Mulish SemiBold"/>
                <a:sym typeface="Mulish SemiBold"/>
              </a:rPr>
              <a:t>   </a:t>
            </a:r>
            <a:r>
              <a:rPr lang="en-US" sz="3000" dirty="0">
                <a:solidFill>
                  <a:schemeClr val="bg1"/>
                </a:solidFill>
                <a:latin typeface="Mulish SemiBold"/>
                <a:ea typeface="Mulish SemiBold"/>
                <a:cs typeface="Mulish SemiBold"/>
                <a:sym typeface="Mulish SemiBold"/>
              </a:rPr>
              <a:t>- </a:t>
            </a:r>
            <a:r>
              <a:rPr lang="ru-RU" sz="3000" dirty="0">
                <a:solidFill>
                  <a:schemeClr val="bg1"/>
                </a:solidFill>
                <a:latin typeface="Mulish SemiBold"/>
                <a:ea typeface="Mulish SemiBold"/>
                <a:cs typeface="Mulish SemiBold"/>
                <a:sym typeface="Mulish SemiBold"/>
              </a:rPr>
              <a:t>Кодировка - обычно 'utf8'</a:t>
            </a:r>
          </a:p>
        </p:txBody>
      </p:sp>
      <p:pic>
        <p:nvPicPr>
          <p:cNvPr id="5" name="Google Shape;152;g30f32ff6c42_0_5">
            <a:extLst>
              <a:ext uri="{FF2B5EF4-FFF2-40B4-BE49-F238E27FC236}">
                <a16:creationId xmlns:a16="http://schemas.microsoft.com/office/drawing/2014/main" id="{0F399CAB-9F97-1E8C-7DF2-41B62C6C3A4F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 rot="-5400000">
            <a:off x="8167744" y="4110257"/>
            <a:ext cx="1474076" cy="162359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87274518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7F61DD"/>
        </a:solidFill>
        <a:effectLst/>
      </p:bgPr>
    </p:bg>
    <p:spTree>
      <p:nvGrpSpPr>
        <p:cNvPr id="1" name="Shape 198">
          <a:extLst>
            <a:ext uri="{FF2B5EF4-FFF2-40B4-BE49-F238E27FC236}">
              <a16:creationId xmlns:a16="http://schemas.microsoft.com/office/drawing/2014/main" id="{7EA69165-F940-918B-F7FA-DF42D358FB6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153;g30f32ff6c42_0_5">
            <a:extLst>
              <a:ext uri="{FF2B5EF4-FFF2-40B4-BE49-F238E27FC236}">
                <a16:creationId xmlns:a16="http://schemas.microsoft.com/office/drawing/2014/main" id="{8F8ABCFB-A820-A722-135F-2BC7C4EA6E65}"/>
              </a:ext>
            </a:extLst>
          </p:cNvPr>
          <p:cNvSpPr/>
          <p:nvPr/>
        </p:nvSpPr>
        <p:spPr>
          <a:xfrm>
            <a:off x="320399" y="502276"/>
            <a:ext cx="8359961" cy="44261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lvl="0">
              <a:lnSpc>
                <a:spcPct val="115000"/>
              </a:lnSpc>
              <a:buClr>
                <a:srgbClr val="333333"/>
              </a:buClr>
              <a:buSzPts val="1800"/>
            </a:pPr>
            <a:r>
              <a:rPr lang="ru-RU" sz="3000" dirty="0">
                <a:solidFill>
                  <a:schemeClr val="bg1">
                    <a:lumMod val="95000"/>
                  </a:schemeClr>
                </a:solidFill>
                <a:latin typeface="Mulish SemiBold"/>
                <a:ea typeface="Mulish SemiBold"/>
                <a:cs typeface="Mulish SemiBold"/>
                <a:sym typeface="Mulish SemiBold"/>
              </a:rPr>
              <a:t>Пример</a:t>
            </a:r>
            <a:r>
              <a:rPr lang="en-US" sz="3000" dirty="0">
                <a:solidFill>
                  <a:schemeClr val="bg1">
                    <a:lumMod val="95000"/>
                  </a:schemeClr>
                </a:solidFill>
                <a:latin typeface="Mulish SemiBold"/>
                <a:ea typeface="Mulish SemiBold"/>
                <a:cs typeface="Mulish SemiBold"/>
                <a:sym typeface="Mulish SemiBold"/>
              </a:rPr>
              <a:t>:</a:t>
            </a:r>
            <a:endParaRPr lang="ru-RU" sz="3000" dirty="0">
              <a:solidFill>
                <a:schemeClr val="bg1">
                  <a:lumMod val="95000"/>
                </a:schemeClr>
              </a:solidFill>
              <a:latin typeface="Mulish SemiBold"/>
              <a:ea typeface="Mulish SemiBold"/>
              <a:cs typeface="Mulish SemiBold"/>
              <a:sym typeface="Mulish SemiBold"/>
            </a:endParaRPr>
          </a:p>
          <a:p>
            <a:pPr lvl="0">
              <a:lnSpc>
                <a:spcPct val="115000"/>
              </a:lnSpc>
              <a:buClr>
                <a:srgbClr val="333333"/>
              </a:buClr>
              <a:buSzPts val="1800"/>
            </a:pPr>
            <a:r>
              <a:rPr lang="ru-RU" sz="3000" dirty="0">
                <a:solidFill>
                  <a:schemeClr val="bg1">
                    <a:lumMod val="95000"/>
                  </a:schemeClr>
                </a:solidFill>
                <a:latin typeface="Mulish SemiBold"/>
                <a:ea typeface="Mulish SemiBold"/>
                <a:cs typeface="Mulish SemiBold"/>
                <a:sym typeface="Mulish SemiBold"/>
              </a:rPr>
              <a:t>Создадим файл </a:t>
            </a:r>
            <a:r>
              <a:rPr lang="en-US" sz="3000" dirty="0">
                <a:solidFill>
                  <a:schemeClr val="bg1">
                    <a:lumMod val="95000"/>
                  </a:schemeClr>
                </a:solidFill>
                <a:latin typeface="Mulish SemiBold"/>
                <a:ea typeface="Mulish SemiBold"/>
                <a:cs typeface="Mulish SemiBold"/>
                <a:sym typeface="Mulish SemiBold"/>
              </a:rPr>
              <a:t>hello.txt </a:t>
            </a:r>
            <a:r>
              <a:rPr lang="ru-RU" sz="3000" dirty="0">
                <a:solidFill>
                  <a:schemeClr val="bg1">
                    <a:lumMod val="95000"/>
                  </a:schemeClr>
                </a:solidFill>
                <a:latin typeface="Mulish SemiBold"/>
                <a:ea typeface="Mulish SemiBold"/>
                <a:cs typeface="Mulish SemiBold"/>
                <a:sym typeface="Mulish SemiBold"/>
              </a:rPr>
              <a:t>с содержимым:</a:t>
            </a:r>
          </a:p>
          <a:p>
            <a:pPr lvl="0">
              <a:lnSpc>
                <a:spcPct val="115000"/>
              </a:lnSpc>
              <a:buClr>
                <a:srgbClr val="333333"/>
              </a:buClr>
              <a:buSzPts val="1800"/>
            </a:pPr>
            <a:r>
              <a:rPr lang="ru-RU" sz="3000" dirty="0">
                <a:solidFill>
                  <a:schemeClr val="bg1">
                    <a:lumMod val="95000"/>
                  </a:schemeClr>
                </a:solidFill>
                <a:latin typeface="Mulish SemiBold"/>
                <a:ea typeface="Mulish SemiBold"/>
                <a:cs typeface="Mulish SemiBold"/>
                <a:sym typeface="Mulish SemiBold"/>
              </a:rPr>
              <a:t>Привет, </a:t>
            </a:r>
            <a:r>
              <a:rPr lang="en-US" sz="3000" dirty="0">
                <a:solidFill>
                  <a:schemeClr val="bg1">
                    <a:lumMod val="95000"/>
                  </a:schemeClr>
                </a:solidFill>
                <a:latin typeface="Mulish SemiBold"/>
                <a:ea typeface="Mulish SemiBold"/>
                <a:cs typeface="Mulish SemiBold"/>
                <a:sym typeface="Mulish SemiBold"/>
              </a:rPr>
              <a:t>Node.js!</a:t>
            </a:r>
          </a:p>
          <a:p>
            <a:pPr lvl="0">
              <a:lnSpc>
                <a:spcPct val="115000"/>
              </a:lnSpc>
              <a:buClr>
                <a:srgbClr val="333333"/>
              </a:buClr>
              <a:buSzPts val="1800"/>
            </a:pPr>
            <a:r>
              <a:rPr lang="ru-RU" sz="3000" dirty="0">
                <a:solidFill>
                  <a:schemeClr val="bg1">
                    <a:lumMod val="95000"/>
                  </a:schemeClr>
                </a:solidFill>
                <a:latin typeface="Mulish SemiBold"/>
                <a:ea typeface="Mulish SemiBold"/>
                <a:cs typeface="Mulish SemiBold"/>
                <a:sym typeface="Mulish SemiBold"/>
              </a:rPr>
              <a:t>Читаем его:</a:t>
            </a:r>
          </a:p>
        </p:txBody>
      </p:sp>
      <p:pic>
        <p:nvPicPr>
          <p:cNvPr id="5" name="Google Shape;152;g30f32ff6c42_0_5">
            <a:extLst>
              <a:ext uri="{FF2B5EF4-FFF2-40B4-BE49-F238E27FC236}">
                <a16:creationId xmlns:a16="http://schemas.microsoft.com/office/drawing/2014/main" id="{9675DDA3-9ACE-2673-6D5D-2A180ACA2E15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 rot="-5400000">
            <a:off x="8167744" y="4110257"/>
            <a:ext cx="1474076" cy="162359"/>
          </a:xfrm>
          <a:prstGeom prst="rect">
            <a:avLst/>
          </a:prstGeom>
          <a:noFill/>
          <a:ln>
            <a:noFill/>
          </a:ln>
        </p:spPr>
      </p:pic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EAE05B7C-8CB5-A875-1D1B-16E635C63C0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69534" y="2715375"/>
            <a:ext cx="7004932" cy="234433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7992233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7F61DD"/>
        </a:solidFill>
        <a:effectLst/>
      </p:bgPr>
    </p:bg>
    <p:spTree>
      <p:nvGrpSpPr>
        <p:cNvPr id="1" name="Shape 198">
          <a:extLst>
            <a:ext uri="{FF2B5EF4-FFF2-40B4-BE49-F238E27FC236}">
              <a16:creationId xmlns:a16="http://schemas.microsoft.com/office/drawing/2014/main" id="{F30649D1-D244-F1AA-01AF-E82A4207C97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153;g30f32ff6c42_0_5">
            <a:extLst>
              <a:ext uri="{FF2B5EF4-FFF2-40B4-BE49-F238E27FC236}">
                <a16:creationId xmlns:a16="http://schemas.microsoft.com/office/drawing/2014/main" id="{B333BCA3-1F2A-6F3B-7521-CFFAC4CE0486}"/>
              </a:ext>
            </a:extLst>
          </p:cNvPr>
          <p:cNvSpPr/>
          <p:nvPr/>
        </p:nvSpPr>
        <p:spPr>
          <a:xfrm>
            <a:off x="320399" y="361245"/>
            <a:ext cx="8359961" cy="205457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 fontScale="92500" lnSpcReduction="10000"/>
          </a:bodyPr>
          <a:lstStyle/>
          <a:p>
            <a:pPr lvl="0" algn="ctr">
              <a:lnSpc>
                <a:spcPct val="115000"/>
              </a:lnSpc>
              <a:buClr>
                <a:srgbClr val="333333"/>
              </a:buClr>
              <a:buSzPts val="1800"/>
            </a:pPr>
            <a:r>
              <a:rPr lang="ru-RU" sz="3000" dirty="0">
                <a:solidFill>
                  <a:schemeClr val="bg1">
                    <a:lumMod val="95000"/>
                  </a:schemeClr>
                </a:solidFill>
                <a:latin typeface="Mulish SemiBold"/>
                <a:ea typeface="Mulish SemiBold"/>
                <a:cs typeface="Mulish SemiBold"/>
                <a:sym typeface="Mulish SemiBold"/>
              </a:rPr>
              <a:t>Что такое кодировка utf8</a:t>
            </a:r>
            <a:r>
              <a:rPr lang="en-US" sz="3000" dirty="0">
                <a:solidFill>
                  <a:schemeClr val="bg1">
                    <a:lumMod val="95000"/>
                  </a:schemeClr>
                </a:solidFill>
                <a:latin typeface="Mulish SemiBold"/>
                <a:ea typeface="Mulish SemiBold"/>
                <a:cs typeface="Mulish SemiBold"/>
                <a:sym typeface="Mulish SemiBold"/>
              </a:rPr>
              <a:t>?</a:t>
            </a:r>
            <a:endParaRPr lang="ru-RU" sz="3000" dirty="0">
              <a:solidFill>
                <a:schemeClr val="bg1">
                  <a:lumMod val="95000"/>
                </a:schemeClr>
              </a:solidFill>
              <a:latin typeface="Mulish SemiBold"/>
              <a:ea typeface="Mulish SemiBold"/>
              <a:cs typeface="Mulish SemiBold"/>
              <a:sym typeface="Mulish SemiBold"/>
            </a:endParaRPr>
          </a:p>
          <a:p>
            <a:pPr lvl="0">
              <a:lnSpc>
                <a:spcPct val="115000"/>
              </a:lnSpc>
              <a:buClr>
                <a:srgbClr val="333333"/>
              </a:buClr>
              <a:buSzPts val="1800"/>
            </a:pPr>
            <a:r>
              <a:rPr lang="ru-RU" sz="3000" dirty="0">
                <a:solidFill>
                  <a:schemeClr val="bg1">
                    <a:lumMod val="95000"/>
                  </a:schemeClr>
                </a:solidFill>
                <a:latin typeface="Mulish SemiBold"/>
                <a:ea typeface="Mulish SemiBold"/>
                <a:cs typeface="Mulish SemiBold"/>
                <a:sym typeface="Mulish SemiBold"/>
              </a:rPr>
              <a:t>При чтении файла нужно указать кодировку - это способ интерпретации байтов файла как текста.</a:t>
            </a:r>
            <a:endParaRPr sz="3000" b="0" i="0" u="none" strike="noStrike" cap="none" dirty="0">
              <a:solidFill>
                <a:srgbClr val="333333"/>
              </a:solidFill>
              <a:latin typeface="Mulish SemiBold"/>
              <a:ea typeface="Mulish SemiBold"/>
              <a:cs typeface="Mulish SemiBold"/>
              <a:sym typeface="Mulish SemiBold"/>
            </a:endParaRPr>
          </a:p>
        </p:txBody>
      </p:sp>
      <p:pic>
        <p:nvPicPr>
          <p:cNvPr id="5" name="Google Shape;152;g30f32ff6c42_0_5">
            <a:extLst>
              <a:ext uri="{FF2B5EF4-FFF2-40B4-BE49-F238E27FC236}">
                <a16:creationId xmlns:a16="http://schemas.microsoft.com/office/drawing/2014/main" id="{322D6DFB-85EF-21EB-974C-FF84AFDABD13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 rot="-5400000">
            <a:off x="8167744" y="4110257"/>
            <a:ext cx="1474076" cy="162359"/>
          </a:xfrm>
          <a:prstGeom prst="rect">
            <a:avLst/>
          </a:prstGeom>
          <a:noFill/>
          <a:ln>
            <a:noFill/>
          </a:ln>
        </p:spPr>
      </p:pic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9A0B8D35-3229-4BD0-078E-690E8B3BD35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25311" y="2281237"/>
            <a:ext cx="7797800" cy="2489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0988024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7F61DD"/>
        </a:solidFill>
        <a:effectLst/>
      </p:bgPr>
    </p:bg>
    <p:spTree>
      <p:nvGrpSpPr>
        <p:cNvPr id="1" name="Shape 198">
          <a:extLst>
            <a:ext uri="{FF2B5EF4-FFF2-40B4-BE49-F238E27FC236}">
              <a16:creationId xmlns:a16="http://schemas.microsoft.com/office/drawing/2014/main" id="{761708A1-5F85-3D2C-2536-2023C129276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153;g30f32ff6c42_0_5">
            <a:extLst>
              <a:ext uri="{FF2B5EF4-FFF2-40B4-BE49-F238E27FC236}">
                <a16:creationId xmlns:a16="http://schemas.microsoft.com/office/drawing/2014/main" id="{10F1A184-4397-1F33-BB63-5AA124EB9263}"/>
              </a:ext>
            </a:extLst>
          </p:cNvPr>
          <p:cNvSpPr/>
          <p:nvPr/>
        </p:nvSpPr>
        <p:spPr>
          <a:xfrm>
            <a:off x="320399" y="502276"/>
            <a:ext cx="8359961" cy="44261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lvl="0">
              <a:lnSpc>
                <a:spcPct val="115000"/>
              </a:lnSpc>
              <a:buClr>
                <a:srgbClr val="333333"/>
              </a:buClr>
              <a:buSzPts val="1800"/>
            </a:pPr>
            <a:r>
              <a:rPr lang="ru-RU" sz="3000" dirty="0">
                <a:solidFill>
                  <a:schemeClr val="bg1">
                    <a:lumMod val="95000"/>
                  </a:schemeClr>
                </a:solidFill>
                <a:latin typeface="Mulish SemiBold"/>
                <a:ea typeface="Mulish SemiBold"/>
                <a:cs typeface="Mulish SemiBold"/>
                <a:sym typeface="Mulish SemiBold"/>
              </a:rPr>
              <a:t>Обработка ошибок - </a:t>
            </a:r>
            <a:r>
              <a:rPr lang="en-US" sz="3000" dirty="0">
                <a:solidFill>
                  <a:schemeClr val="bg1">
                    <a:lumMod val="95000"/>
                  </a:schemeClr>
                </a:solidFill>
                <a:latin typeface="Mulish SemiBold"/>
                <a:ea typeface="Mulish SemiBold"/>
                <a:cs typeface="Mulish SemiBold"/>
                <a:sym typeface="Mulish SemiBold"/>
              </a:rPr>
              <a:t>try/catch</a:t>
            </a:r>
          </a:p>
          <a:p>
            <a:pPr lvl="0">
              <a:lnSpc>
                <a:spcPct val="115000"/>
              </a:lnSpc>
              <a:buClr>
                <a:srgbClr val="333333"/>
              </a:buClr>
              <a:buSzPts val="1800"/>
            </a:pPr>
            <a:r>
              <a:rPr lang="ru-RU" sz="3000" dirty="0">
                <a:solidFill>
                  <a:schemeClr val="bg1">
                    <a:lumMod val="95000"/>
                  </a:schemeClr>
                </a:solidFill>
                <a:latin typeface="Mulish SemiBold"/>
                <a:ea typeface="Mulish SemiBold"/>
                <a:cs typeface="Mulish SemiBold"/>
                <a:sym typeface="Mulish SemiBold"/>
              </a:rPr>
              <a:t>Если файл не существует - программа выбросит ошибку и завершится:</a:t>
            </a:r>
          </a:p>
        </p:txBody>
      </p:sp>
      <p:pic>
        <p:nvPicPr>
          <p:cNvPr id="5" name="Google Shape;152;g30f32ff6c42_0_5">
            <a:extLst>
              <a:ext uri="{FF2B5EF4-FFF2-40B4-BE49-F238E27FC236}">
                <a16:creationId xmlns:a16="http://schemas.microsoft.com/office/drawing/2014/main" id="{3246FCF4-DF29-3051-863E-CCA0D952F76E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 rot="-5400000">
            <a:off x="8167744" y="4110257"/>
            <a:ext cx="1474076" cy="162359"/>
          </a:xfrm>
          <a:prstGeom prst="rect">
            <a:avLst/>
          </a:prstGeom>
          <a:noFill/>
          <a:ln>
            <a:noFill/>
          </a:ln>
        </p:spPr>
      </p:pic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F24F6CC9-37E4-58D4-E4AD-560BA1866C9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63640" y="2443912"/>
            <a:ext cx="7973955" cy="7959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5553795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7F61DD"/>
        </a:solidFill>
        <a:effectLst/>
      </p:bgPr>
    </p:bg>
    <p:spTree>
      <p:nvGrpSpPr>
        <p:cNvPr id="1" name="Shape 198">
          <a:extLst>
            <a:ext uri="{FF2B5EF4-FFF2-40B4-BE49-F238E27FC236}">
              <a16:creationId xmlns:a16="http://schemas.microsoft.com/office/drawing/2014/main" id="{80737F5B-291A-0227-A464-8F7BABB0F79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153;g30f32ff6c42_0_5">
            <a:extLst>
              <a:ext uri="{FF2B5EF4-FFF2-40B4-BE49-F238E27FC236}">
                <a16:creationId xmlns:a16="http://schemas.microsoft.com/office/drawing/2014/main" id="{FE0D272C-F6C8-D5B6-0CE8-B56768AFBEF9}"/>
              </a:ext>
            </a:extLst>
          </p:cNvPr>
          <p:cNvSpPr/>
          <p:nvPr/>
        </p:nvSpPr>
        <p:spPr>
          <a:xfrm>
            <a:off x="320399" y="338666"/>
            <a:ext cx="8359961" cy="471875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 fontScale="77500" lnSpcReduction="20000"/>
          </a:bodyPr>
          <a:lstStyle/>
          <a:p>
            <a:pPr lvl="0">
              <a:lnSpc>
                <a:spcPct val="115000"/>
              </a:lnSpc>
              <a:buClr>
                <a:srgbClr val="333333"/>
              </a:buClr>
              <a:buSzPts val="1800"/>
            </a:pPr>
            <a:r>
              <a:rPr lang="ru-RU" sz="3000" dirty="0">
                <a:solidFill>
                  <a:schemeClr val="bg1">
                    <a:lumMod val="95000"/>
                  </a:schemeClr>
                </a:solidFill>
                <a:latin typeface="Mulish SemiBold"/>
                <a:ea typeface="Mulish SemiBold"/>
                <a:cs typeface="Mulish SemiBold"/>
                <a:sym typeface="Mulish SemiBold"/>
              </a:rPr>
              <a:t>Чтобы программа не падала </a:t>
            </a:r>
            <a:r>
              <a:rPr lang="en-US" sz="3000" dirty="0">
                <a:solidFill>
                  <a:schemeClr val="bg1">
                    <a:lumMod val="95000"/>
                  </a:schemeClr>
                </a:solidFill>
                <a:latin typeface="Mulish SemiBold"/>
                <a:ea typeface="Mulish SemiBold"/>
                <a:cs typeface="Mulish SemiBold"/>
                <a:sym typeface="Mulish SemiBold"/>
              </a:rPr>
              <a:t>-</a:t>
            </a:r>
            <a:r>
              <a:rPr lang="ru-RU" sz="3000" dirty="0">
                <a:solidFill>
                  <a:schemeClr val="bg1">
                    <a:lumMod val="95000"/>
                  </a:schemeClr>
                </a:solidFill>
                <a:latin typeface="Mulish SemiBold"/>
                <a:ea typeface="Mulish SemiBold"/>
                <a:cs typeface="Mulish SemiBold"/>
                <a:sym typeface="Mulish SemiBold"/>
              </a:rPr>
              <a:t> оборачиваем в </a:t>
            </a:r>
            <a:r>
              <a:rPr lang="ru-RU" sz="3000" dirty="0" err="1">
                <a:solidFill>
                  <a:srgbClr val="FFFF00"/>
                </a:solidFill>
                <a:latin typeface="Mulish SemiBold"/>
                <a:ea typeface="Mulish SemiBold"/>
                <a:cs typeface="Mulish SemiBold"/>
                <a:sym typeface="Mulish SemiBold"/>
              </a:rPr>
              <a:t>try</a:t>
            </a:r>
            <a:r>
              <a:rPr lang="ru-RU" sz="3000" dirty="0">
                <a:solidFill>
                  <a:srgbClr val="FFFF00"/>
                </a:solidFill>
                <a:latin typeface="Mulish SemiBold"/>
                <a:ea typeface="Mulish SemiBold"/>
                <a:cs typeface="Mulish SemiBold"/>
                <a:sym typeface="Mulish SemiBold"/>
              </a:rPr>
              <a:t>/</a:t>
            </a:r>
            <a:r>
              <a:rPr lang="ru-RU" sz="3000" dirty="0" err="1">
                <a:solidFill>
                  <a:srgbClr val="FFFF00"/>
                </a:solidFill>
                <a:latin typeface="Mulish SemiBold"/>
                <a:ea typeface="Mulish SemiBold"/>
                <a:cs typeface="Mulish SemiBold"/>
                <a:sym typeface="Mulish SemiBold"/>
              </a:rPr>
              <a:t>catch</a:t>
            </a:r>
            <a:r>
              <a:rPr lang="ru-RU" sz="3000" dirty="0">
                <a:solidFill>
                  <a:schemeClr val="bg1">
                    <a:lumMod val="95000"/>
                  </a:schemeClr>
                </a:solidFill>
                <a:latin typeface="Mulish SemiBold"/>
                <a:ea typeface="Mulish SemiBold"/>
                <a:cs typeface="Mulish SemiBold"/>
                <a:sym typeface="Mulish SemiBold"/>
              </a:rPr>
              <a:t>:</a:t>
            </a:r>
            <a:endParaRPr lang="en-US" sz="3000" dirty="0">
              <a:solidFill>
                <a:schemeClr val="bg1">
                  <a:lumMod val="95000"/>
                </a:schemeClr>
              </a:solidFill>
              <a:latin typeface="Mulish SemiBold"/>
              <a:ea typeface="Mulish SemiBold"/>
              <a:cs typeface="Mulish SemiBold"/>
              <a:sym typeface="Mulish SemiBold"/>
            </a:endParaRPr>
          </a:p>
          <a:p>
            <a:pPr lvl="0">
              <a:lnSpc>
                <a:spcPct val="115000"/>
              </a:lnSpc>
              <a:buClr>
                <a:srgbClr val="333333"/>
              </a:buClr>
              <a:buSzPts val="1800"/>
            </a:pPr>
            <a:endParaRPr lang="en-US" sz="3000" dirty="0">
              <a:solidFill>
                <a:schemeClr val="bg1">
                  <a:lumMod val="95000"/>
                </a:schemeClr>
              </a:solidFill>
              <a:latin typeface="Mulish SemiBold"/>
              <a:ea typeface="Mulish SemiBold"/>
              <a:cs typeface="Mulish SemiBold"/>
              <a:sym typeface="Mulish SemiBold"/>
            </a:endParaRPr>
          </a:p>
          <a:p>
            <a:pPr lvl="0">
              <a:lnSpc>
                <a:spcPct val="115000"/>
              </a:lnSpc>
              <a:buClr>
                <a:srgbClr val="333333"/>
              </a:buClr>
              <a:buSzPts val="1800"/>
            </a:pPr>
            <a:endParaRPr lang="en-US" sz="3000" b="0" i="0" u="none" strike="noStrike" cap="none" dirty="0">
              <a:solidFill>
                <a:schemeClr val="bg1">
                  <a:lumMod val="95000"/>
                </a:schemeClr>
              </a:solidFill>
              <a:latin typeface="Mulish SemiBold"/>
              <a:ea typeface="Mulish SemiBold"/>
              <a:cs typeface="Mulish SemiBold"/>
              <a:sym typeface="Mulish SemiBold"/>
            </a:endParaRPr>
          </a:p>
          <a:p>
            <a:pPr lvl="0">
              <a:lnSpc>
                <a:spcPct val="115000"/>
              </a:lnSpc>
              <a:buClr>
                <a:srgbClr val="333333"/>
              </a:buClr>
              <a:buSzPts val="1800"/>
            </a:pPr>
            <a:endParaRPr lang="en-US" sz="3000" dirty="0">
              <a:solidFill>
                <a:schemeClr val="bg1">
                  <a:lumMod val="95000"/>
                </a:schemeClr>
              </a:solidFill>
              <a:latin typeface="Mulish SemiBold"/>
              <a:ea typeface="Mulish SemiBold"/>
              <a:cs typeface="Mulish SemiBold"/>
              <a:sym typeface="Mulish SemiBold"/>
            </a:endParaRPr>
          </a:p>
          <a:p>
            <a:pPr lvl="0">
              <a:lnSpc>
                <a:spcPct val="115000"/>
              </a:lnSpc>
              <a:buClr>
                <a:srgbClr val="333333"/>
              </a:buClr>
              <a:buSzPts val="1800"/>
            </a:pPr>
            <a:endParaRPr lang="en-US" sz="3000" b="0" i="0" u="none" strike="noStrike" cap="none" dirty="0">
              <a:solidFill>
                <a:schemeClr val="bg1">
                  <a:lumMod val="95000"/>
                </a:schemeClr>
              </a:solidFill>
              <a:latin typeface="Mulish SemiBold"/>
              <a:ea typeface="Mulish SemiBold"/>
              <a:cs typeface="Mulish SemiBold"/>
              <a:sym typeface="Mulish SemiBold"/>
            </a:endParaRPr>
          </a:p>
          <a:p>
            <a:pPr lvl="0">
              <a:lnSpc>
                <a:spcPct val="115000"/>
              </a:lnSpc>
              <a:buClr>
                <a:srgbClr val="333333"/>
              </a:buClr>
              <a:buSzPts val="1800"/>
            </a:pPr>
            <a:endParaRPr lang="en-US" sz="3000" dirty="0">
              <a:solidFill>
                <a:schemeClr val="bg1">
                  <a:lumMod val="95000"/>
                </a:schemeClr>
              </a:solidFill>
              <a:latin typeface="Mulish SemiBold"/>
              <a:ea typeface="Mulish SemiBold"/>
              <a:cs typeface="Mulish SemiBold"/>
              <a:sym typeface="Mulish SemiBold"/>
            </a:endParaRPr>
          </a:p>
          <a:p>
            <a:pPr lvl="0">
              <a:lnSpc>
                <a:spcPct val="115000"/>
              </a:lnSpc>
              <a:buClr>
                <a:srgbClr val="333333"/>
              </a:buClr>
              <a:buSzPts val="1800"/>
            </a:pPr>
            <a:endParaRPr lang="en-US" sz="3000" b="0" i="0" u="none" strike="noStrike" cap="none" dirty="0">
              <a:solidFill>
                <a:schemeClr val="bg1">
                  <a:lumMod val="95000"/>
                </a:schemeClr>
              </a:solidFill>
              <a:latin typeface="Mulish SemiBold"/>
              <a:ea typeface="Mulish SemiBold"/>
              <a:cs typeface="Mulish SemiBold"/>
              <a:sym typeface="Mulish SemiBold"/>
            </a:endParaRPr>
          </a:p>
          <a:p>
            <a:pPr lvl="0">
              <a:lnSpc>
                <a:spcPct val="115000"/>
              </a:lnSpc>
              <a:buClr>
                <a:srgbClr val="333333"/>
              </a:buClr>
              <a:buSzPts val="1800"/>
            </a:pPr>
            <a:endParaRPr lang="en-US" sz="3000" dirty="0">
              <a:solidFill>
                <a:schemeClr val="bg1">
                  <a:lumMod val="95000"/>
                </a:schemeClr>
              </a:solidFill>
              <a:latin typeface="Mulish SemiBold"/>
              <a:ea typeface="Mulish SemiBold"/>
              <a:cs typeface="Mulish SemiBold"/>
              <a:sym typeface="Mulish SemiBold"/>
            </a:endParaRPr>
          </a:p>
          <a:p>
            <a:pPr lvl="0">
              <a:lnSpc>
                <a:spcPct val="115000"/>
              </a:lnSpc>
              <a:buClr>
                <a:srgbClr val="333333"/>
              </a:buClr>
              <a:buSzPts val="1800"/>
            </a:pPr>
            <a:endParaRPr lang="en-US" sz="3000" b="0" i="0" u="none" strike="noStrike" cap="none" dirty="0">
              <a:solidFill>
                <a:schemeClr val="bg1">
                  <a:lumMod val="95000"/>
                </a:schemeClr>
              </a:solidFill>
              <a:latin typeface="Mulish SemiBold"/>
              <a:ea typeface="Mulish SemiBold"/>
              <a:cs typeface="Mulish SemiBold"/>
              <a:sym typeface="Mulish SemiBold"/>
            </a:endParaRPr>
          </a:p>
          <a:p>
            <a:pPr lvl="0">
              <a:lnSpc>
                <a:spcPct val="115000"/>
              </a:lnSpc>
              <a:buClr>
                <a:srgbClr val="333333"/>
              </a:buClr>
              <a:buSzPts val="1800"/>
            </a:pPr>
            <a:endParaRPr lang="en-US" sz="3000" dirty="0">
              <a:solidFill>
                <a:schemeClr val="bg1">
                  <a:lumMod val="95000"/>
                </a:schemeClr>
              </a:solidFill>
              <a:latin typeface="Mulish SemiBold"/>
              <a:ea typeface="Mulish SemiBold"/>
              <a:cs typeface="Mulish SemiBold"/>
              <a:sym typeface="Mulish SemiBold"/>
            </a:endParaRPr>
          </a:p>
          <a:p>
            <a:pPr lvl="0">
              <a:lnSpc>
                <a:spcPct val="115000"/>
              </a:lnSpc>
              <a:buClr>
                <a:srgbClr val="333333"/>
              </a:buClr>
              <a:buSzPts val="1800"/>
            </a:pPr>
            <a:endParaRPr lang="en-US" sz="3000" b="0" i="0" u="none" strike="noStrike" cap="none" dirty="0">
              <a:solidFill>
                <a:schemeClr val="bg1">
                  <a:lumMod val="95000"/>
                </a:schemeClr>
              </a:solidFill>
              <a:latin typeface="Mulish SemiBold"/>
              <a:ea typeface="Mulish SemiBold"/>
              <a:cs typeface="Mulish SemiBold"/>
              <a:sym typeface="Mulish SemiBold"/>
            </a:endParaRPr>
          </a:p>
          <a:p>
            <a:pPr lvl="0">
              <a:lnSpc>
                <a:spcPct val="115000"/>
              </a:lnSpc>
              <a:buClr>
                <a:srgbClr val="333333"/>
              </a:buClr>
              <a:buSzPts val="1800"/>
            </a:pPr>
            <a:r>
              <a:rPr lang="ru-RU" sz="3000" dirty="0">
                <a:solidFill>
                  <a:schemeClr val="bg1">
                    <a:lumMod val="95000"/>
                  </a:schemeClr>
                </a:solidFill>
                <a:latin typeface="Mulish SemiBold"/>
                <a:sym typeface="Mulish SemiBold"/>
              </a:rPr>
              <a:t>Теперь если файл не существует - программа выведет сообщение об ошибке и продолжит работу.</a:t>
            </a:r>
            <a:endParaRPr sz="3000" dirty="0">
              <a:solidFill>
                <a:schemeClr val="bg1">
                  <a:lumMod val="95000"/>
                </a:schemeClr>
              </a:solidFill>
              <a:latin typeface="Mulish SemiBold"/>
              <a:sym typeface="Mulish SemiBold"/>
            </a:endParaRPr>
          </a:p>
        </p:txBody>
      </p:sp>
      <p:pic>
        <p:nvPicPr>
          <p:cNvPr id="5" name="Google Shape;152;g30f32ff6c42_0_5">
            <a:extLst>
              <a:ext uri="{FF2B5EF4-FFF2-40B4-BE49-F238E27FC236}">
                <a16:creationId xmlns:a16="http://schemas.microsoft.com/office/drawing/2014/main" id="{189F42E1-5512-9287-42E7-828E71A33E18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 rot="-5400000">
            <a:off x="8167744" y="4110257"/>
            <a:ext cx="1474076" cy="162359"/>
          </a:xfrm>
          <a:prstGeom prst="rect">
            <a:avLst/>
          </a:prstGeom>
          <a:noFill/>
          <a:ln>
            <a:noFill/>
          </a:ln>
        </p:spPr>
      </p:pic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3A4C3787-8F24-851C-5B1A-803D3AEC9BA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63640" y="900993"/>
            <a:ext cx="7774341" cy="300336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63916344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7F61DD"/>
        </a:solidFill>
        <a:effectLst/>
      </p:bgPr>
    </p:bg>
    <p:spTree>
      <p:nvGrpSpPr>
        <p:cNvPr id="1" name="Shape 198">
          <a:extLst>
            <a:ext uri="{FF2B5EF4-FFF2-40B4-BE49-F238E27FC236}">
              <a16:creationId xmlns:a16="http://schemas.microsoft.com/office/drawing/2014/main" id="{6395CEC5-CEC8-FF9D-BFF3-ABE051D2982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153;g30f32ff6c42_0_5">
            <a:extLst>
              <a:ext uri="{FF2B5EF4-FFF2-40B4-BE49-F238E27FC236}">
                <a16:creationId xmlns:a16="http://schemas.microsoft.com/office/drawing/2014/main" id="{84EEB350-4FE7-F8A7-040E-D98B45B2E71D}"/>
              </a:ext>
            </a:extLst>
          </p:cNvPr>
          <p:cNvSpPr/>
          <p:nvPr/>
        </p:nvSpPr>
        <p:spPr>
          <a:xfrm>
            <a:off x="320399" y="502276"/>
            <a:ext cx="8359961" cy="44261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lvl="0" algn="ctr">
              <a:lnSpc>
                <a:spcPct val="115000"/>
              </a:lnSpc>
              <a:buClr>
                <a:srgbClr val="333333"/>
              </a:buClr>
              <a:buSzPts val="1800"/>
            </a:pPr>
            <a:r>
              <a:rPr lang="ru-RU" sz="3000" dirty="0">
                <a:solidFill>
                  <a:schemeClr val="bg1">
                    <a:lumMod val="95000"/>
                  </a:schemeClr>
                </a:solidFill>
                <a:latin typeface="Mulish SemiBold"/>
                <a:ea typeface="Mulish SemiBold"/>
                <a:cs typeface="Mulish SemiBold"/>
                <a:sym typeface="Mulish SemiBold"/>
              </a:rPr>
              <a:t>Чтение нескольких файлов</a:t>
            </a:r>
            <a:endParaRPr lang="en-US" sz="3000" dirty="0">
              <a:solidFill>
                <a:schemeClr val="bg1">
                  <a:lumMod val="95000"/>
                </a:schemeClr>
              </a:solidFill>
              <a:latin typeface="Mulish SemiBold"/>
              <a:ea typeface="Mulish SemiBold"/>
              <a:cs typeface="Mulish SemiBold"/>
              <a:sym typeface="Mulish SemiBold"/>
            </a:endParaRPr>
          </a:p>
          <a:p>
            <a:pPr lvl="0" algn="ctr">
              <a:lnSpc>
                <a:spcPct val="115000"/>
              </a:lnSpc>
              <a:buClr>
                <a:srgbClr val="333333"/>
              </a:buClr>
              <a:buSzPts val="1800"/>
            </a:pPr>
            <a:endParaRPr sz="3000" b="0" i="0" u="none" strike="noStrike" cap="none" dirty="0">
              <a:solidFill>
                <a:srgbClr val="333333"/>
              </a:solidFill>
              <a:latin typeface="Mulish SemiBold"/>
              <a:ea typeface="Mulish SemiBold"/>
              <a:cs typeface="Mulish SemiBold"/>
              <a:sym typeface="Mulish SemiBold"/>
            </a:endParaRPr>
          </a:p>
        </p:txBody>
      </p:sp>
      <p:pic>
        <p:nvPicPr>
          <p:cNvPr id="5" name="Google Shape;152;g30f32ff6c42_0_5">
            <a:extLst>
              <a:ext uri="{FF2B5EF4-FFF2-40B4-BE49-F238E27FC236}">
                <a16:creationId xmlns:a16="http://schemas.microsoft.com/office/drawing/2014/main" id="{216DA8BA-02E2-AB66-69BF-59DB56D74099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 rot="-5400000">
            <a:off x="8167744" y="4110257"/>
            <a:ext cx="1474076" cy="162359"/>
          </a:xfrm>
          <a:prstGeom prst="rect">
            <a:avLst/>
          </a:prstGeom>
          <a:noFill/>
          <a:ln>
            <a:noFill/>
          </a:ln>
        </p:spPr>
      </p:pic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A461CB96-6351-C15A-E9E0-415380DE288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41976" y="1318903"/>
            <a:ext cx="7060048" cy="344965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16750794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7F61DD"/>
        </a:solidFill>
        <a:effectLst/>
      </p:bgPr>
    </p:bg>
    <p:spTree>
      <p:nvGrpSpPr>
        <p:cNvPr id="1" name="Shape 198">
          <a:extLst>
            <a:ext uri="{FF2B5EF4-FFF2-40B4-BE49-F238E27FC236}">
              <a16:creationId xmlns:a16="http://schemas.microsoft.com/office/drawing/2014/main" id="{4D987C17-5048-DF8F-71B1-EB00F6B507A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153;g30f32ff6c42_0_5">
            <a:extLst>
              <a:ext uri="{FF2B5EF4-FFF2-40B4-BE49-F238E27FC236}">
                <a16:creationId xmlns:a16="http://schemas.microsoft.com/office/drawing/2014/main" id="{513893F7-32F7-C9E1-DB19-5F0DBC0D7EBF}"/>
              </a:ext>
            </a:extLst>
          </p:cNvPr>
          <p:cNvSpPr/>
          <p:nvPr/>
        </p:nvSpPr>
        <p:spPr>
          <a:xfrm>
            <a:off x="320399" y="502276"/>
            <a:ext cx="8359961" cy="44261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lvl="0">
              <a:lnSpc>
                <a:spcPct val="115000"/>
              </a:lnSpc>
              <a:buClr>
                <a:srgbClr val="333333"/>
              </a:buClr>
              <a:buSzPts val="1800"/>
            </a:pPr>
            <a:r>
              <a:rPr lang="ru-RU" sz="3000" dirty="0">
                <a:solidFill>
                  <a:schemeClr val="bg1">
                    <a:lumMod val="95000"/>
                  </a:schemeClr>
                </a:solidFill>
                <a:latin typeface="Mulish SemiBold"/>
                <a:ea typeface="Mulish SemiBold"/>
                <a:cs typeface="Mulish SemiBold"/>
                <a:sym typeface="Mulish SemiBold"/>
              </a:rPr>
              <a:t>Итог:</a:t>
            </a:r>
            <a:endParaRPr sz="3000" b="0" i="0" u="none" strike="noStrike" cap="none" dirty="0">
              <a:solidFill>
                <a:srgbClr val="333333"/>
              </a:solidFill>
              <a:latin typeface="Mulish SemiBold"/>
              <a:ea typeface="Mulish SemiBold"/>
              <a:cs typeface="Mulish SemiBold"/>
              <a:sym typeface="Mulish SemiBold"/>
            </a:endParaRPr>
          </a:p>
        </p:txBody>
      </p:sp>
      <p:pic>
        <p:nvPicPr>
          <p:cNvPr id="5" name="Google Shape;152;g30f32ff6c42_0_5">
            <a:extLst>
              <a:ext uri="{FF2B5EF4-FFF2-40B4-BE49-F238E27FC236}">
                <a16:creationId xmlns:a16="http://schemas.microsoft.com/office/drawing/2014/main" id="{05CE3474-3B7F-1117-C372-DA8B8AF700D9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 rot="-5400000">
            <a:off x="8167744" y="4110257"/>
            <a:ext cx="1474076" cy="162359"/>
          </a:xfrm>
          <a:prstGeom prst="rect">
            <a:avLst/>
          </a:prstGeom>
          <a:noFill/>
          <a:ln>
            <a:noFill/>
          </a:ln>
        </p:spPr>
      </p:pic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E82D7A3B-4E3E-C630-624E-73351E77D85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43728" y="1241801"/>
            <a:ext cx="7656544" cy="299153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32070255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7F61DD"/>
        </a:solidFill>
        <a:effectLst/>
      </p:bgPr>
    </p:bg>
    <p:spTree>
      <p:nvGrpSpPr>
        <p:cNvPr id="1" name="Shape 198">
          <a:extLst>
            <a:ext uri="{FF2B5EF4-FFF2-40B4-BE49-F238E27FC236}">
              <a16:creationId xmlns:a16="http://schemas.microsoft.com/office/drawing/2014/main" id="{30BFB803-8021-F172-D76C-5369D5CDB84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oogle Shape;149;g30f32ff6c42_0_5">
            <a:extLst>
              <a:ext uri="{FF2B5EF4-FFF2-40B4-BE49-F238E27FC236}">
                <a16:creationId xmlns:a16="http://schemas.microsoft.com/office/drawing/2014/main" id="{9DF6B7F3-87A8-85AD-0C65-F0CFD426E2CE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398525" y="135467"/>
            <a:ext cx="8346900" cy="54186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91425" rIns="0" bIns="91425" anchor="t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620"/>
              <a:buFont typeface="Mulish Black"/>
              <a:buNone/>
            </a:pPr>
            <a:r>
              <a:rPr lang="ru-RU" sz="3420" dirty="0">
                <a:solidFill>
                  <a:schemeClr val="bg1"/>
                </a:solidFill>
                <a:latin typeface="Mulish Black"/>
                <a:ea typeface="Mulish Black"/>
                <a:cs typeface="Mulish Black"/>
                <a:sym typeface="Mulish Black"/>
              </a:rPr>
              <a:t>3. Запись файла - </a:t>
            </a:r>
            <a:r>
              <a:rPr lang="en-US" sz="3420" dirty="0" err="1">
                <a:solidFill>
                  <a:srgbClr val="FFFF00"/>
                </a:solidFill>
                <a:latin typeface="Mulish Black"/>
                <a:ea typeface="Mulish Black"/>
                <a:cs typeface="Mulish Black"/>
                <a:sym typeface="Mulish Black"/>
              </a:rPr>
              <a:t>fs.writeFileSync</a:t>
            </a:r>
            <a:r>
              <a:rPr lang="en-US" sz="3420" dirty="0">
                <a:solidFill>
                  <a:srgbClr val="FFFF00"/>
                </a:solidFill>
                <a:latin typeface="Mulish Black"/>
                <a:ea typeface="Mulish Black"/>
                <a:cs typeface="Mulish Black"/>
                <a:sym typeface="Mulish Black"/>
              </a:rPr>
              <a:t>()</a:t>
            </a:r>
          </a:p>
        </p:txBody>
      </p:sp>
      <p:sp>
        <p:nvSpPr>
          <p:cNvPr id="3" name="Google Shape;153;g30f32ff6c42_0_5">
            <a:extLst>
              <a:ext uri="{FF2B5EF4-FFF2-40B4-BE49-F238E27FC236}">
                <a16:creationId xmlns:a16="http://schemas.microsoft.com/office/drawing/2014/main" id="{C9B0119E-8BCF-C217-C779-B0365B7459BF}"/>
              </a:ext>
            </a:extLst>
          </p:cNvPr>
          <p:cNvSpPr/>
          <p:nvPr/>
        </p:nvSpPr>
        <p:spPr>
          <a:xfrm>
            <a:off x="320400" y="767644"/>
            <a:ext cx="8150700" cy="416083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 fontScale="92500" lnSpcReduction="20000"/>
          </a:bodyPr>
          <a:lstStyle/>
          <a:p>
            <a:pPr lvl="0">
              <a:lnSpc>
                <a:spcPct val="115000"/>
              </a:lnSpc>
              <a:buClr>
                <a:srgbClr val="333333"/>
              </a:buClr>
              <a:buSzPts val="1800"/>
            </a:pPr>
            <a:r>
              <a:rPr lang="ru-RU" sz="3000" dirty="0" err="1">
                <a:solidFill>
                  <a:srgbClr val="FFFF00"/>
                </a:solidFill>
                <a:latin typeface="Mulish SemiBold"/>
                <a:ea typeface="Mulish SemiBold"/>
                <a:cs typeface="Mulish SemiBold"/>
                <a:sym typeface="Mulish SemiBold"/>
              </a:rPr>
              <a:t>fs.writeFileSync</a:t>
            </a:r>
            <a:r>
              <a:rPr lang="ru-RU" sz="3000" dirty="0">
                <a:solidFill>
                  <a:srgbClr val="FFFF00"/>
                </a:solidFill>
                <a:latin typeface="Mulish SemiBold"/>
                <a:ea typeface="Mulish SemiBold"/>
                <a:cs typeface="Mulish SemiBold"/>
                <a:sym typeface="Mulish SemiBold"/>
              </a:rPr>
              <a:t> </a:t>
            </a:r>
            <a:r>
              <a:rPr lang="ru-RU" sz="3000" dirty="0">
                <a:solidFill>
                  <a:schemeClr val="bg1"/>
                </a:solidFill>
                <a:latin typeface="Mulish SemiBold"/>
                <a:ea typeface="Mulish SemiBold"/>
                <a:cs typeface="Mulish SemiBold"/>
                <a:sym typeface="Mulish SemiBold"/>
              </a:rPr>
              <a:t>- это синхронный метод Node.js для записи данных в файл. Синтаксис:</a:t>
            </a:r>
          </a:p>
          <a:p>
            <a:pPr lvl="0">
              <a:lnSpc>
                <a:spcPct val="115000"/>
              </a:lnSpc>
              <a:buClr>
                <a:srgbClr val="333333"/>
              </a:buClr>
              <a:buSzPts val="1800"/>
            </a:pPr>
            <a:r>
              <a:rPr lang="ru-RU" sz="3000" dirty="0" err="1">
                <a:solidFill>
                  <a:srgbClr val="FFFF00"/>
                </a:solidFill>
                <a:latin typeface="Mulish SemiBold"/>
                <a:ea typeface="Mulish SemiBold"/>
                <a:cs typeface="Mulish SemiBold"/>
                <a:sym typeface="Mulish SemiBold"/>
              </a:rPr>
              <a:t>fs.writeFileSync</a:t>
            </a:r>
            <a:r>
              <a:rPr lang="ru-RU" sz="3000" dirty="0">
                <a:solidFill>
                  <a:srgbClr val="FFFF00"/>
                </a:solidFill>
                <a:latin typeface="Mulish SemiBold"/>
                <a:ea typeface="Mulish SemiBold"/>
                <a:cs typeface="Mulish SemiBold"/>
                <a:sym typeface="Mulish SemiBold"/>
              </a:rPr>
              <a:t>(</a:t>
            </a:r>
            <a:r>
              <a:rPr lang="ru-RU" sz="3000" dirty="0" err="1">
                <a:solidFill>
                  <a:srgbClr val="FFFF00"/>
                </a:solidFill>
                <a:latin typeface="Mulish SemiBold"/>
                <a:ea typeface="Mulish SemiBold"/>
                <a:cs typeface="Mulish SemiBold"/>
                <a:sym typeface="Mulish SemiBold"/>
              </a:rPr>
              <a:t>path</a:t>
            </a:r>
            <a:r>
              <a:rPr lang="ru-RU" sz="3000" dirty="0">
                <a:solidFill>
                  <a:srgbClr val="FFFF00"/>
                </a:solidFill>
                <a:latin typeface="Mulish SemiBold"/>
                <a:ea typeface="Mulish SemiBold"/>
                <a:cs typeface="Mulish SemiBold"/>
                <a:sym typeface="Mulish SemiBold"/>
              </a:rPr>
              <a:t>, </a:t>
            </a:r>
            <a:r>
              <a:rPr lang="ru-RU" sz="3000" dirty="0" err="1">
                <a:solidFill>
                  <a:srgbClr val="FFFF00"/>
                </a:solidFill>
                <a:latin typeface="Mulish SemiBold"/>
                <a:ea typeface="Mulish SemiBold"/>
                <a:cs typeface="Mulish SemiBold"/>
                <a:sym typeface="Mulish SemiBold"/>
              </a:rPr>
              <a:t>data</a:t>
            </a:r>
            <a:r>
              <a:rPr lang="ru-RU" sz="3000" dirty="0">
                <a:solidFill>
                  <a:srgbClr val="FFFF00"/>
                </a:solidFill>
                <a:latin typeface="Mulish SemiBold"/>
                <a:ea typeface="Mulish SemiBold"/>
                <a:cs typeface="Mulish SemiBold"/>
                <a:sym typeface="Mulish SemiBold"/>
              </a:rPr>
              <a:t>, </a:t>
            </a:r>
            <a:r>
              <a:rPr lang="ru-RU" sz="3000" dirty="0" err="1">
                <a:solidFill>
                  <a:srgbClr val="FFFF00"/>
                </a:solidFill>
                <a:latin typeface="Mulish SemiBold"/>
                <a:ea typeface="Mulish SemiBold"/>
                <a:cs typeface="Mulish SemiBold"/>
                <a:sym typeface="Mulish SemiBold"/>
              </a:rPr>
              <a:t>options</a:t>
            </a:r>
            <a:r>
              <a:rPr lang="ru-RU" sz="3000" dirty="0">
                <a:solidFill>
                  <a:srgbClr val="FFFF00"/>
                </a:solidFill>
                <a:latin typeface="Mulish SemiBold"/>
                <a:ea typeface="Mulish SemiBold"/>
                <a:cs typeface="Mulish SemiBold"/>
                <a:sym typeface="Mulish SemiBold"/>
              </a:rPr>
              <a:t>);</a:t>
            </a:r>
          </a:p>
          <a:p>
            <a:pPr lvl="0">
              <a:lnSpc>
                <a:spcPct val="115000"/>
              </a:lnSpc>
              <a:buClr>
                <a:srgbClr val="333333"/>
              </a:buClr>
              <a:buSzPts val="1800"/>
            </a:pPr>
            <a:endParaRPr lang="ru-RU" sz="3000" dirty="0">
              <a:solidFill>
                <a:srgbClr val="FFFF00"/>
              </a:solidFill>
              <a:latin typeface="Mulish SemiBold"/>
              <a:ea typeface="Mulish SemiBold"/>
              <a:cs typeface="Mulish SemiBold"/>
              <a:sym typeface="Mulish SemiBold"/>
            </a:endParaRPr>
          </a:p>
          <a:p>
            <a:pPr lvl="0">
              <a:lnSpc>
                <a:spcPct val="115000"/>
              </a:lnSpc>
              <a:buClr>
                <a:srgbClr val="333333"/>
              </a:buClr>
              <a:buSzPts val="1800"/>
            </a:pPr>
            <a:r>
              <a:rPr lang="ru-RU" sz="3000" dirty="0" err="1">
                <a:solidFill>
                  <a:srgbClr val="FFFF00"/>
                </a:solidFill>
                <a:latin typeface="Mulish SemiBold"/>
                <a:ea typeface="Mulish SemiBold"/>
                <a:cs typeface="Mulish SemiBold"/>
                <a:sym typeface="Mulish SemiBold"/>
              </a:rPr>
              <a:t>path</a:t>
            </a:r>
            <a:r>
              <a:rPr lang="ru-RU" sz="3000" dirty="0">
                <a:solidFill>
                  <a:schemeClr val="bg1"/>
                </a:solidFill>
                <a:latin typeface="Mulish SemiBold"/>
                <a:ea typeface="Mulish SemiBold"/>
                <a:cs typeface="Mulish SemiBold"/>
                <a:sym typeface="Mulish SemiBold"/>
              </a:rPr>
              <a:t> - путь к файлу (строка).</a:t>
            </a:r>
          </a:p>
          <a:p>
            <a:pPr lvl="0">
              <a:lnSpc>
                <a:spcPct val="115000"/>
              </a:lnSpc>
              <a:buClr>
                <a:srgbClr val="333333"/>
              </a:buClr>
              <a:buSzPts val="1800"/>
            </a:pPr>
            <a:r>
              <a:rPr lang="ru-RU" sz="3000" dirty="0" err="1">
                <a:solidFill>
                  <a:srgbClr val="FFFF00"/>
                </a:solidFill>
                <a:latin typeface="Mulish SemiBold"/>
                <a:ea typeface="Mulish SemiBold"/>
                <a:cs typeface="Mulish SemiBold"/>
                <a:sym typeface="Mulish SemiBold"/>
              </a:rPr>
              <a:t>data</a:t>
            </a:r>
            <a:r>
              <a:rPr lang="ru-RU" sz="3000" dirty="0">
                <a:solidFill>
                  <a:schemeClr val="bg1"/>
                </a:solidFill>
                <a:latin typeface="Mulish SemiBold"/>
                <a:ea typeface="Mulish SemiBold"/>
                <a:cs typeface="Mulish SemiBold"/>
                <a:sym typeface="Mulish SemiBold"/>
              </a:rPr>
              <a:t> -данные для записи (строка или </a:t>
            </a:r>
            <a:r>
              <a:rPr lang="ru-RU" sz="3000" dirty="0" err="1">
                <a:solidFill>
                  <a:schemeClr val="bg1"/>
                </a:solidFill>
                <a:latin typeface="Mulish SemiBold"/>
                <a:ea typeface="Mulish SemiBold"/>
                <a:cs typeface="Mulish SemiBold"/>
                <a:sym typeface="Mulish SemiBold"/>
              </a:rPr>
              <a:t>Buffer</a:t>
            </a:r>
            <a:r>
              <a:rPr lang="ru-RU" sz="3000" dirty="0">
                <a:solidFill>
                  <a:schemeClr val="bg1"/>
                </a:solidFill>
                <a:latin typeface="Mulish SemiBold"/>
                <a:ea typeface="Mulish SemiBold"/>
                <a:cs typeface="Mulish SemiBold"/>
                <a:sym typeface="Mulish SemiBold"/>
              </a:rPr>
              <a:t>).</a:t>
            </a:r>
          </a:p>
          <a:p>
            <a:pPr lvl="0">
              <a:lnSpc>
                <a:spcPct val="115000"/>
              </a:lnSpc>
              <a:buClr>
                <a:srgbClr val="333333"/>
              </a:buClr>
              <a:buSzPts val="1800"/>
            </a:pPr>
            <a:r>
              <a:rPr lang="ru-RU" sz="3000" dirty="0" err="1">
                <a:solidFill>
                  <a:srgbClr val="FFFF00"/>
                </a:solidFill>
                <a:latin typeface="Mulish SemiBold"/>
                <a:ea typeface="Mulish SemiBold"/>
                <a:cs typeface="Mulish SemiBold"/>
                <a:sym typeface="Mulish SemiBold"/>
              </a:rPr>
              <a:t>options</a:t>
            </a:r>
            <a:r>
              <a:rPr lang="ru-RU" sz="3000" dirty="0">
                <a:solidFill>
                  <a:schemeClr val="bg1"/>
                </a:solidFill>
                <a:latin typeface="Mulish SemiBold"/>
                <a:ea typeface="Mulish SemiBold"/>
                <a:cs typeface="Mulish SemiBold"/>
                <a:sym typeface="Mulish SemiBold"/>
              </a:rPr>
              <a:t> - (необязательно) объект с кодировкой, режимом доступа или флагами.</a:t>
            </a:r>
          </a:p>
        </p:txBody>
      </p:sp>
      <p:pic>
        <p:nvPicPr>
          <p:cNvPr id="5" name="Google Shape;152;g30f32ff6c42_0_5">
            <a:extLst>
              <a:ext uri="{FF2B5EF4-FFF2-40B4-BE49-F238E27FC236}">
                <a16:creationId xmlns:a16="http://schemas.microsoft.com/office/drawing/2014/main" id="{D3E4FA88-3854-90B6-A76A-B85150D83DD8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 rot="-5400000">
            <a:off x="8167744" y="4110257"/>
            <a:ext cx="1474076" cy="162359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2547658662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7F61DD"/>
        </a:solidFill>
        <a:effectLst/>
      </p:bgPr>
    </p:bg>
    <p:spTree>
      <p:nvGrpSpPr>
        <p:cNvPr id="1" name="Shape 198">
          <a:extLst>
            <a:ext uri="{FF2B5EF4-FFF2-40B4-BE49-F238E27FC236}">
              <a16:creationId xmlns:a16="http://schemas.microsoft.com/office/drawing/2014/main" id="{0C32C3D6-3885-CC34-FAE3-0132023ED19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153;g30f32ff6c42_0_5">
            <a:extLst>
              <a:ext uri="{FF2B5EF4-FFF2-40B4-BE49-F238E27FC236}">
                <a16:creationId xmlns:a16="http://schemas.microsoft.com/office/drawing/2014/main" id="{7D7FE34E-CE8A-5F8E-7553-83AE605E3745}"/>
              </a:ext>
            </a:extLst>
          </p:cNvPr>
          <p:cNvSpPr/>
          <p:nvPr/>
        </p:nvSpPr>
        <p:spPr>
          <a:xfrm>
            <a:off x="320399" y="372533"/>
            <a:ext cx="8359961" cy="205457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 fontScale="77500" lnSpcReduction="20000"/>
          </a:bodyPr>
          <a:lstStyle/>
          <a:p>
            <a:pPr lvl="0" algn="ctr">
              <a:lnSpc>
                <a:spcPct val="115000"/>
              </a:lnSpc>
              <a:buClr>
                <a:srgbClr val="333333"/>
              </a:buClr>
              <a:buSzPts val="1800"/>
            </a:pPr>
            <a:r>
              <a:rPr lang="ru-RU" sz="3000" dirty="0">
                <a:solidFill>
                  <a:schemeClr val="bg1">
                    <a:lumMod val="95000"/>
                  </a:schemeClr>
                </a:solidFill>
                <a:latin typeface="Mulish SemiBold"/>
                <a:ea typeface="Mulish SemiBold"/>
                <a:cs typeface="Mulish SemiBold"/>
                <a:sym typeface="Mulish SemiBold"/>
              </a:rPr>
              <a:t>Базовое использование (Перезапись)</a:t>
            </a:r>
          </a:p>
          <a:p>
            <a:pPr lvl="0">
              <a:lnSpc>
                <a:spcPct val="115000"/>
              </a:lnSpc>
              <a:buClr>
                <a:srgbClr val="333333"/>
              </a:buClr>
              <a:buSzPts val="1800"/>
            </a:pPr>
            <a:r>
              <a:rPr lang="ru-RU" sz="3000" dirty="0">
                <a:solidFill>
                  <a:schemeClr val="bg1">
                    <a:lumMod val="95000"/>
                  </a:schemeClr>
                </a:solidFill>
                <a:latin typeface="Mulish SemiBold"/>
                <a:ea typeface="Mulish SemiBold"/>
                <a:cs typeface="Mulish SemiBold"/>
                <a:sym typeface="Mulish SemiBold"/>
              </a:rPr>
              <a:t>По умолчанию метод работает в режиме «перезаписи». Если файл уже существует, его содержимое будет удалено и заменено новым. Если файла нет, Node.js создаст его автоматически.</a:t>
            </a:r>
          </a:p>
        </p:txBody>
      </p:sp>
      <p:pic>
        <p:nvPicPr>
          <p:cNvPr id="5" name="Google Shape;152;g30f32ff6c42_0_5">
            <a:extLst>
              <a:ext uri="{FF2B5EF4-FFF2-40B4-BE49-F238E27FC236}">
                <a16:creationId xmlns:a16="http://schemas.microsoft.com/office/drawing/2014/main" id="{F719D9E5-5066-4623-5B90-77AB0EF456E7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 rot="-5400000">
            <a:off x="8167744" y="4110257"/>
            <a:ext cx="1474076" cy="162359"/>
          </a:xfrm>
          <a:prstGeom prst="rect">
            <a:avLst/>
          </a:prstGeom>
          <a:noFill/>
          <a:ln>
            <a:noFill/>
          </a:ln>
        </p:spPr>
      </p:pic>
      <p:pic>
        <p:nvPicPr>
          <p:cNvPr id="6" name="Рисунок 5">
            <a:extLst>
              <a:ext uri="{FF2B5EF4-FFF2-40B4-BE49-F238E27FC236}">
                <a16:creationId xmlns:a16="http://schemas.microsoft.com/office/drawing/2014/main" id="{557411E5-0946-961B-9DC1-398F34CE8E3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6315" y="2236157"/>
            <a:ext cx="7615414" cy="26923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17665841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7F61DD"/>
        </a:solidFill>
        <a:effectLst/>
      </p:bgPr>
    </p:bg>
    <p:spTree>
      <p:nvGrpSpPr>
        <p:cNvPr id="1" name="Shape 198">
          <a:extLst>
            <a:ext uri="{FF2B5EF4-FFF2-40B4-BE49-F238E27FC236}">
              <a16:creationId xmlns:a16="http://schemas.microsoft.com/office/drawing/2014/main" id="{13C5EDCF-B789-CD05-AA6C-45F71384AF6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153;g30f32ff6c42_0_5">
            <a:extLst>
              <a:ext uri="{FF2B5EF4-FFF2-40B4-BE49-F238E27FC236}">
                <a16:creationId xmlns:a16="http://schemas.microsoft.com/office/drawing/2014/main" id="{32F4180F-76FE-5161-FEA3-BB48BDE19FA8}"/>
              </a:ext>
            </a:extLst>
          </p:cNvPr>
          <p:cNvSpPr/>
          <p:nvPr/>
        </p:nvSpPr>
        <p:spPr>
          <a:xfrm>
            <a:off x="320399" y="502276"/>
            <a:ext cx="8359961" cy="44261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 fontScale="92500" lnSpcReduction="20000"/>
          </a:bodyPr>
          <a:lstStyle/>
          <a:p>
            <a:pPr lvl="0" algn="ctr">
              <a:lnSpc>
                <a:spcPct val="115000"/>
              </a:lnSpc>
              <a:buClr>
                <a:srgbClr val="333333"/>
              </a:buClr>
              <a:buSzPts val="1800"/>
            </a:pPr>
            <a:r>
              <a:rPr lang="ru-RU" sz="3000" dirty="0">
                <a:solidFill>
                  <a:schemeClr val="bg1">
                    <a:lumMod val="95000"/>
                  </a:schemeClr>
                </a:solidFill>
                <a:latin typeface="Mulish SemiBold"/>
                <a:ea typeface="Mulish SemiBold"/>
                <a:cs typeface="Mulish SemiBold"/>
                <a:sym typeface="Mulish SemiBold"/>
              </a:rPr>
              <a:t>Использование флагов (</a:t>
            </a:r>
            <a:r>
              <a:rPr lang="ru-RU" sz="3000" dirty="0" err="1">
                <a:solidFill>
                  <a:schemeClr val="bg1">
                    <a:lumMod val="95000"/>
                  </a:schemeClr>
                </a:solidFill>
                <a:latin typeface="Mulish SemiBold"/>
                <a:ea typeface="Mulish SemiBold"/>
                <a:cs typeface="Mulish SemiBold"/>
                <a:sym typeface="Mulish SemiBold"/>
              </a:rPr>
              <a:t>Flags</a:t>
            </a:r>
            <a:r>
              <a:rPr lang="ru-RU" sz="3000" dirty="0">
                <a:solidFill>
                  <a:schemeClr val="bg1">
                    <a:lumMod val="95000"/>
                  </a:schemeClr>
                </a:solidFill>
                <a:latin typeface="Mulish SemiBold"/>
                <a:ea typeface="Mulish SemiBold"/>
                <a:cs typeface="Mulish SemiBold"/>
                <a:sym typeface="Mulish SemiBold"/>
              </a:rPr>
              <a:t>)</a:t>
            </a:r>
          </a:p>
          <a:p>
            <a:pPr lvl="0">
              <a:lnSpc>
                <a:spcPct val="115000"/>
              </a:lnSpc>
              <a:buClr>
                <a:srgbClr val="333333"/>
              </a:buClr>
              <a:buSzPts val="1800"/>
            </a:pPr>
            <a:r>
              <a:rPr lang="ru-RU" sz="3000" dirty="0">
                <a:solidFill>
                  <a:schemeClr val="bg1">
                    <a:lumMod val="95000"/>
                  </a:schemeClr>
                </a:solidFill>
                <a:latin typeface="Mulish SemiBold"/>
                <a:ea typeface="Mulish SemiBold"/>
                <a:cs typeface="Mulish SemiBold"/>
                <a:sym typeface="Mulish SemiBold"/>
              </a:rPr>
              <a:t>Флаги определяют поведение системы при открытии файла. </a:t>
            </a:r>
            <a:endParaRPr lang="en-US" sz="3000" dirty="0">
              <a:solidFill>
                <a:schemeClr val="bg1">
                  <a:lumMod val="95000"/>
                </a:schemeClr>
              </a:solidFill>
              <a:latin typeface="Mulish SemiBold"/>
              <a:ea typeface="Mulish SemiBold"/>
              <a:cs typeface="Mulish SemiBold"/>
              <a:sym typeface="Mulish SemiBold"/>
            </a:endParaRPr>
          </a:p>
          <a:p>
            <a:pPr lvl="0">
              <a:lnSpc>
                <a:spcPct val="115000"/>
              </a:lnSpc>
              <a:buClr>
                <a:srgbClr val="333333"/>
              </a:buClr>
              <a:buSzPts val="1800"/>
            </a:pPr>
            <a:r>
              <a:rPr lang="ru-RU" sz="3000" dirty="0">
                <a:solidFill>
                  <a:schemeClr val="bg1">
                    <a:lumMod val="95000"/>
                  </a:schemeClr>
                </a:solidFill>
                <a:latin typeface="Mulish SemiBold"/>
                <a:ea typeface="Mulish SemiBold"/>
                <a:cs typeface="Mulish SemiBold"/>
                <a:sym typeface="Mulish SemiBold"/>
              </a:rPr>
              <a:t>Они передаются в третьем аргументе в виде объекта.</a:t>
            </a:r>
          </a:p>
          <a:p>
            <a:pPr lvl="0">
              <a:lnSpc>
                <a:spcPct val="115000"/>
              </a:lnSpc>
              <a:buClr>
                <a:srgbClr val="333333"/>
              </a:buClr>
              <a:buSzPts val="1800"/>
            </a:pPr>
            <a:r>
              <a:rPr lang="ru-RU" sz="3000" dirty="0">
                <a:solidFill>
                  <a:schemeClr val="bg1">
                    <a:lumMod val="95000"/>
                  </a:schemeClr>
                </a:solidFill>
                <a:latin typeface="Mulish SemiBold"/>
                <a:ea typeface="Mulish SemiBold"/>
                <a:cs typeface="Mulish SemiBold"/>
                <a:sym typeface="Mulish SemiBold"/>
              </a:rPr>
              <a:t>Основные флаги:</a:t>
            </a:r>
          </a:p>
          <a:p>
            <a:pPr marL="457200" lvl="0" indent="-457200">
              <a:lnSpc>
                <a:spcPct val="115000"/>
              </a:lnSpc>
              <a:buClr>
                <a:srgbClr val="333333"/>
              </a:buClr>
              <a:buSzPts val="1800"/>
              <a:buFont typeface="Arial" panose="020B0604020202020204" pitchFamily="34" charset="0"/>
              <a:buChar char="•"/>
            </a:pPr>
            <a:r>
              <a:rPr lang="ru-RU" sz="3000" dirty="0">
                <a:solidFill>
                  <a:schemeClr val="bg1">
                    <a:lumMod val="95000"/>
                  </a:schemeClr>
                </a:solidFill>
                <a:latin typeface="Mulish SemiBold"/>
                <a:ea typeface="Mulish SemiBold"/>
                <a:cs typeface="Mulish SemiBold"/>
                <a:sym typeface="Mulish SemiBold"/>
              </a:rPr>
              <a:t>'</a:t>
            </a:r>
            <a:r>
              <a:rPr lang="ru-RU" sz="3000" dirty="0">
                <a:solidFill>
                  <a:srgbClr val="FFFF00"/>
                </a:solidFill>
                <a:latin typeface="Mulish SemiBold"/>
                <a:ea typeface="Mulish SemiBold"/>
                <a:cs typeface="Mulish SemiBold"/>
                <a:sym typeface="Mulish SemiBold"/>
              </a:rPr>
              <a:t>w</a:t>
            </a:r>
            <a:r>
              <a:rPr lang="ru-RU" sz="3000" dirty="0">
                <a:solidFill>
                  <a:schemeClr val="bg1">
                    <a:lumMod val="95000"/>
                  </a:schemeClr>
                </a:solidFill>
                <a:latin typeface="Mulish SemiBold"/>
                <a:ea typeface="Mulish SemiBold"/>
                <a:cs typeface="Mulish SemiBold"/>
                <a:sym typeface="Mulish SemiBold"/>
              </a:rPr>
              <a:t>' (</a:t>
            </a:r>
            <a:r>
              <a:rPr lang="ru-RU" sz="3000" dirty="0" err="1">
                <a:solidFill>
                  <a:schemeClr val="bg1">
                    <a:lumMod val="95000"/>
                  </a:schemeClr>
                </a:solidFill>
                <a:latin typeface="Mulish SemiBold"/>
                <a:ea typeface="Mulish SemiBold"/>
                <a:cs typeface="Mulish SemiBold"/>
                <a:sym typeface="Mulish SemiBold"/>
              </a:rPr>
              <a:t>Write</a:t>
            </a:r>
            <a:r>
              <a:rPr lang="ru-RU" sz="3000" dirty="0">
                <a:solidFill>
                  <a:schemeClr val="bg1">
                    <a:lumMod val="95000"/>
                  </a:schemeClr>
                </a:solidFill>
                <a:latin typeface="Mulish SemiBold"/>
                <a:ea typeface="Mulish SemiBold"/>
                <a:cs typeface="Mulish SemiBold"/>
                <a:sym typeface="Mulish SemiBold"/>
              </a:rPr>
              <a:t>): Значение по умолчанию. Открывает для записи (перезапись).</a:t>
            </a:r>
          </a:p>
          <a:p>
            <a:pPr marL="457200" lvl="0" indent="-457200">
              <a:lnSpc>
                <a:spcPct val="115000"/>
              </a:lnSpc>
              <a:buClr>
                <a:srgbClr val="333333"/>
              </a:buClr>
              <a:buSzPts val="1800"/>
              <a:buFont typeface="Arial" panose="020B0604020202020204" pitchFamily="34" charset="0"/>
              <a:buChar char="•"/>
            </a:pPr>
            <a:r>
              <a:rPr lang="ru-RU" sz="3000" dirty="0">
                <a:solidFill>
                  <a:schemeClr val="bg1">
                    <a:lumMod val="95000"/>
                  </a:schemeClr>
                </a:solidFill>
                <a:latin typeface="Mulish SemiBold"/>
                <a:ea typeface="Mulish SemiBold"/>
                <a:cs typeface="Mulish SemiBold"/>
                <a:sym typeface="Mulish SemiBold"/>
              </a:rPr>
              <a:t>'</a:t>
            </a:r>
            <a:r>
              <a:rPr lang="ru-RU" sz="3000" dirty="0">
                <a:solidFill>
                  <a:srgbClr val="FFFF00"/>
                </a:solidFill>
                <a:latin typeface="Mulish SemiBold"/>
                <a:ea typeface="Mulish SemiBold"/>
                <a:cs typeface="Mulish SemiBold"/>
                <a:sym typeface="Mulish SemiBold"/>
              </a:rPr>
              <a:t>a</a:t>
            </a:r>
            <a:r>
              <a:rPr lang="ru-RU" sz="3000" dirty="0">
                <a:solidFill>
                  <a:schemeClr val="bg1">
                    <a:lumMod val="95000"/>
                  </a:schemeClr>
                </a:solidFill>
                <a:latin typeface="Mulish SemiBold"/>
                <a:ea typeface="Mulish SemiBold"/>
                <a:cs typeface="Mulish SemiBold"/>
                <a:sym typeface="Mulish SemiBold"/>
              </a:rPr>
              <a:t>' (</a:t>
            </a:r>
            <a:r>
              <a:rPr lang="ru-RU" sz="3000" dirty="0" err="1">
                <a:solidFill>
                  <a:schemeClr val="bg1">
                    <a:lumMod val="95000"/>
                  </a:schemeClr>
                </a:solidFill>
                <a:latin typeface="Mulish SemiBold"/>
                <a:ea typeface="Mulish SemiBold"/>
                <a:cs typeface="Mulish SemiBold"/>
                <a:sym typeface="Mulish SemiBold"/>
              </a:rPr>
              <a:t>Append</a:t>
            </a:r>
            <a:r>
              <a:rPr lang="ru-RU" sz="3000" dirty="0">
                <a:solidFill>
                  <a:schemeClr val="bg1">
                    <a:lumMod val="95000"/>
                  </a:schemeClr>
                </a:solidFill>
                <a:latin typeface="Mulish SemiBold"/>
                <a:ea typeface="Mulish SemiBold"/>
                <a:cs typeface="Mulish SemiBold"/>
                <a:sym typeface="Mulish SemiBold"/>
              </a:rPr>
              <a:t>): Открывает для добавления. Данные пишутся в конец файла.</a:t>
            </a:r>
          </a:p>
        </p:txBody>
      </p:sp>
      <p:pic>
        <p:nvPicPr>
          <p:cNvPr id="5" name="Google Shape;152;g30f32ff6c42_0_5">
            <a:extLst>
              <a:ext uri="{FF2B5EF4-FFF2-40B4-BE49-F238E27FC236}">
                <a16:creationId xmlns:a16="http://schemas.microsoft.com/office/drawing/2014/main" id="{75AD23D1-1D5E-FEA4-EFD1-A7B61559A14C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 rot="-5400000">
            <a:off x="8167744" y="4110257"/>
            <a:ext cx="1474076" cy="162359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3768857216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7F61DD"/>
        </a:solidFill>
        <a:effectLst/>
      </p:bgPr>
    </p:bg>
    <p:spTree>
      <p:nvGrpSpPr>
        <p:cNvPr id="1" name="Shape 198">
          <a:extLst>
            <a:ext uri="{FF2B5EF4-FFF2-40B4-BE49-F238E27FC236}">
              <a16:creationId xmlns:a16="http://schemas.microsoft.com/office/drawing/2014/main" id="{B11E772F-1FC3-C464-7103-018E4A9D16D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153;g30f32ff6c42_0_5">
            <a:extLst>
              <a:ext uri="{FF2B5EF4-FFF2-40B4-BE49-F238E27FC236}">
                <a16:creationId xmlns:a16="http://schemas.microsoft.com/office/drawing/2014/main" id="{CD19DB12-5777-485F-88FB-018CAEC344B9}"/>
              </a:ext>
            </a:extLst>
          </p:cNvPr>
          <p:cNvSpPr/>
          <p:nvPr/>
        </p:nvSpPr>
        <p:spPr>
          <a:xfrm>
            <a:off x="320399" y="502277"/>
            <a:ext cx="8359961" cy="10668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 fontScale="92500"/>
          </a:bodyPr>
          <a:lstStyle/>
          <a:p>
            <a:pPr lvl="0">
              <a:lnSpc>
                <a:spcPct val="115000"/>
              </a:lnSpc>
              <a:buClr>
                <a:srgbClr val="333333"/>
              </a:buClr>
              <a:buSzPts val="1800"/>
            </a:pPr>
            <a:r>
              <a:rPr lang="ru-RU" sz="3000" dirty="0">
                <a:solidFill>
                  <a:schemeClr val="bg1">
                    <a:lumMod val="95000"/>
                  </a:schemeClr>
                </a:solidFill>
                <a:latin typeface="Mulish SemiBold"/>
                <a:ea typeface="Mulish SemiBold"/>
                <a:cs typeface="Mulish SemiBold"/>
                <a:sym typeface="Mulish SemiBold"/>
              </a:rPr>
              <a:t>Пример использования флага '</a:t>
            </a:r>
            <a:r>
              <a:rPr lang="ru-RU" sz="3000" dirty="0">
                <a:solidFill>
                  <a:srgbClr val="FFFF00"/>
                </a:solidFill>
                <a:latin typeface="Mulish SemiBold"/>
                <a:ea typeface="Mulish SemiBold"/>
                <a:cs typeface="Mulish SemiBold"/>
                <a:sym typeface="Mulish SemiBold"/>
              </a:rPr>
              <a:t>a</a:t>
            </a:r>
            <a:r>
              <a:rPr lang="ru-RU" sz="3000" dirty="0">
                <a:solidFill>
                  <a:schemeClr val="bg1">
                    <a:lumMod val="95000"/>
                  </a:schemeClr>
                </a:solidFill>
                <a:latin typeface="Mulish SemiBold"/>
                <a:ea typeface="Mulish SemiBold"/>
                <a:cs typeface="Mulish SemiBold"/>
                <a:sym typeface="Mulish SemiBold"/>
              </a:rPr>
              <a:t>’ </a:t>
            </a:r>
            <a:r>
              <a:rPr lang="en-US" sz="3000" dirty="0">
                <a:solidFill>
                  <a:schemeClr val="bg1">
                    <a:lumMod val="95000"/>
                  </a:schemeClr>
                </a:solidFill>
                <a:latin typeface="Mulish SemiBold"/>
                <a:ea typeface="Mulish SemiBold"/>
                <a:cs typeface="Mulish SemiBold"/>
                <a:sym typeface="Mulish SemiBold"/>
              </a:rPr>
              <a:t>-</a:t>
            </a:r>
            <a:r>
              <a:rPr lang="ru-RU" sz="3000" dirty="0">
                <a:solidFill>
                  <a:schemeClr val="bg1">
                    <a:lumMod val="95000"/>
                  </a:schemeClr>
                </a:solidFill>
                <a:latin typeface="Mulish SemiBold"/>
                <a:ea typeface="Mulish SemiBold"/>
                <a:cs typeface="Mulish SemiBold"/>
                <a:sym typeface="Mulish SemiBold"/>
              </a:rPr>
              <a:t> </a:t>
            </a:r>
            <a:r>
              <a:rPr lang="ru-RU" sz="3000" dirty="0" err="1">
                <a:solidFill>
                  <a:schemeClr val="bg1">
                    <a:lumMod val="95000"/>
                  </a:schemeClr>
                </a:solidFill>
                <a:latin typeface="Mulish SemiBold"/>
                <a:ea typeface="Mulish SemiBold"/>
                <a:cs typeface="Mulish SemiBold"/>
                <a:sym typeface="Mulish SemiBold"/>
              </a:rPr>
              <a:t>дозапись</a:t>
            </a:r>
            <a:r>
              <a:rPr lang="ru-RU" sz="3000" dirty="0">
                <a:solidFill>
                  <a:schemeClr val="bg1">
                    <a:lumMod val="95000"/>
                  </a:schemeClr>
                </a:solidFill>
                <a:latin typeface="Mulish SemiBold"/>
                <a:ea typeface="Mulish SemiBold"/>
                <a:cs typeface="Mulish SemiBold"/>
                <a:sym typeface="Mulish SemiBold"/>
              </a:rPr>
              <a:t>:</a:t>
            </a:r>
            <a:endParaRPr lang="ru-RU" sz="3000" dirty="0">
              <a:solidFill>
                <a:srgbClr val="333333"/>
              </a:solidFill>
              <a:latin typeface="Mulish SemiBold"/>
              <a:ea typeface="Mulish SemiBold"/>
              <a:cs typeface="Mulish SemiBold"/>
              <a:sym typeface="Mulish SemiBold"/>
            </a:endParaRPr>
          </a:p>
        </p:txBody>
      </p:sp>
      <p:pic>
        <p:nvPicPr>
          <p:cNvPr id="5" name="Google Shape;152;g30f32ff6c42_0_5">
            <a:extLst>
              <a:ext uri="{FF2B5EF4-FFF2-40B4-BE49-F238E27FC236}">
                <a16:creationId xmlns:a16="http://schemas.microsoft.com/office/drawing/2014/main" id="{F5BC3499-2C34-1227-D164-D75ECA0A5DDE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 rot="-5400000">
            <a:off x="8167744" y="4110257"/>
            <a:ext cx="1474076" cy="162359"/>
          </a:xfrm>
          <a:prstGeom prst="rect">
            <a:avLst/>
          </a:prstGeom>
          <a:noFill/>
          <a:ln>
            <a:noFill/>
          </a:ln>
        </p:spPr>
      </p:pic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02339A8E-75BF-68CF-55F0-D1EA563D5EA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20399" y="1734784"/>
            <a:ext cx="8273637" cy="263455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61581483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7F61DD"/>
        </a:solidFill>
        <a:effectLst/>
      </p:bgPr>
    </p:bg>
    <p:spTree>
      <p:nvGrpSpPr>
        <p:cNvPr id="1" name="Shape 198">
          <a:extLst>
            <a:ext uri="{FF2B5EF4-FFF2-40B4-BE49-F238E27FC236}">
              <a16:creationId xmlns:a16="http://schemas.microsoft.com/office/drawing/2014/main" id="{215E426C-DD1D-F39F-E723-8D9C343E2F2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153;g30f32ff6c42_0_5">
            <a:extLst>
              <a:ext uri="{FF2B5EF4-FFF2-40B4-BE49-F238E27FC236}">
                <a16:creationId xmlns:a16="http://schemas.microsoft.com/office/drawing/2014/main" id="{0072A7F9-035D-97FC-880F-F5ED53F11CEF}"/>
              </a:ext>
            </a:extLst>
          </p:cNvPr>
          <p:cNvSpPr/>
          <p:nvPr/>
        </p:nvSpPr>
        <p:spPr>
          <a:xfrm>
            <a:off x="320399" y="502276"/>
            <a:ext cx="8359961" cy="44261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lvl="0">
              <a:lnSpc>
                <a:spcPct val="115000"/>
              </a:lnSpc>
              <a:buClr>
                <a:srgbClr val="333333"/>
              </a:buClr>
              <a:buSzPts val="1800"/>
            </a:pPr>
            <a:endParaRPr sz="3000" b="0" i="0" u="none" strike="noStrike" cap="none" dirty="0">
              <a:solidFill>
                <a:srgbClr val="333333"/>
              </a:solidFill>
              <a:latin typeface="Mulish SemiBold"/>
              <a:ea typeface="Mulish SemiBold"/>
              <a:cs typeface="Mulish SemiBold"/>
              <a:sym typeface="Mulish SemiBold"/>
            </a:endParaRPr>
          </a:p>
        </p:txBody>
      </p:sp>
      <p:pic>
        <p:nvPicPr>
          <p:cNvPr id="5" name="Google Shape;152;g30f32ff6c42_0_5">
            <a:extLst>
              <a:ext uri="{FF2B5EF4-FFF2-40B4-BE49-F238E27FC236}">
                <a16:creationId xmlns:a16="http://schemas.microsoft.com/office/drawing/2014/main" id="{E529A965-3ABB-B041-4432-7DDCE7263E1F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 rot="-5400000">
            <a:off x="8167744" y="4110257"/>
            <a:ext cx="1474076" cy="162359"/>
          </a:xfrm>
          <a:prstGeom prst="rect">
            <a:avLst/>
          </a:prstGeom>
          <a:noFill/>
          <a:ln>
            <a:noFill/>
          </a:ln>
        </p:spPr>
      </p:pic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05DAD041-689F-ED1A-BDDD-DBCB4952930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6492" y="1689103"/>
            <a:ext cx="7831012" cy="176529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595260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7F61DD"/>
        </a:solidFill>
        <a:effectLst/>
      </p:bgPr>
    </p:bg>
    <p:spTree>
      <p:nvGrpSpPr>
        <p:cNvPr id="1" name="Shape 198">
          <a:extLst>
            <a:ext uri="{FF2B5EF4-FFF2-40B4-BE49-F238E27FC236}">
              <a16:creationId xmlns:a16="http://schemas.microsoft.com/office/drawing/2014/main" id="{B49A71D4-9C54-8806-7910-70677D11C1D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153;g30f32ff6c42_0_5">
            <a:extLst>
              <a:ext uri="{FF2B5EF4-FFF2-40B4-BE49-F238E27FC236}">
                <a16:creationId xmlns:a16="http://schemas.microsoft.com/office/drawing/2014/main" id="{8BAB9AFA-A4D0-AC06-21E0-37FB8841A335}"/>
              </a:ext>
            </a:extLst>
          </p:cNvPr>
          <p:cNvSpPr/>
          <p:nvPr/>
        </p:nvSpPr>
        <p:spPr>
          <a:xfrm>
            <a:off x="320399" y="327378"/>
            <a:ext cx="8359961" cy="460109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 fontScale="70000" lnSpcReduction="20000"/>
          </a:bodyPr>
          <a:lstStyle/>
          <a:p>
            <a:pPr lvl="0">
              <a:lnSpc>
                <a:spcPct val="115000"/>
              </a:lnSpc>
              <a:buClr>
                <a:srgbClr val="333333"/>
              </a:buClr>
              <a:buSzPts val="1800"/>
            </a:pPr>
            <a:r>
              <a:rPr lang="ru-RU" sz="3000" dirty="0">
                <a:solidFill>
                  <a:schemeClr val="bg1">
                    <a:lumMod val="95000"/>
                  </a:schemeClr>
                </a:solidFill>
                <a:latin typeface="Mulish SemiBold"/>
                <a:ea typeface="Mulish SemiBold"/>
                <a:cs typeface="Mulish SemiBold"/>
                <a:sym typeface="Mulish SemiBold"/>
              </a:rPr>
              <a:t>Важные нюансы для разработчика:</a:t>
            </a:r>
          </a:p>
          <a:p>
            <a:pPr lvl="0">
              <a:lnSpc>
                <a:spcPct val="115000"/>
              </a:lnSpc>
              <a:buClr>
                <a:srgbClr val="333333"/>
              </a:buClr>
              <a:buSzPts val="1800"/>
            </a:pPr>
            <a:endParaRPr lang="ru-RU" sz="3000" dirty="0">
              <a:solidFill>
                <a:schemeClr val="bg1">
                  <a:lumMod val="95000"/>
                </a:schemeClr>
              </a:solidFill>
              <a:latin typeface="Mulish SemiBold"/>
              <a:ea typeface="Mulish SemiBold"/>
              <a:cs typeface="Mulish SemiBold"/>
              <a:sym typeface="Mulish SemiBold"/>
            </a:endParaRPr>
          </a:p>
          <a:p>
            <a:pPr marL="457200" lvl="0" indent="-457200">
              <a:lnSpc>
                <a:spcPct val="115000"/>
              </a:lnSpc>
              <a:buClr>
                <a:srgbClr val="333333"/>
              </a:buClr>
              <a:buSzPts val="1800"/>
              <a:buFont typeface="Arial" panose="020B0604020202020204" pitchFamily="34" charset="0"/>
              <a:buChar char="•"/>
            </a:pPr>
            <a:r>
              <a:rPr lang="ru-RU" sz="3000" dirty="0">
                <a:solidFill>
                  <a:schemeClr val="bg1">
                    <a:lumMod val="95000"/>
                  </a:schemeClr>
                </a:solidFill>
                <a:latin typeface="Mulish SemiBold"/>
                <a:ea typeface="Mulish SemiBold"/>
                <a:cs typeface="Mulish SemiBold"/>
                <a:sym typeface="Mulish SemiBold"/>
              </a:rPr>
              <a:t>Создание директорий: Метод </a:t>
            </a:r>
            <a:r>
              <a:rPr lang="ru-RU" sz="3000" dirty="0" err="1">
                <a:solidFill>
                  <a:schemeClr val="bg1">
                    <a:lumMod val="95000"/>
                  </a:schemeClr>
                </a:solidFill>
                <a:latin typeface="Mulish SemiBold"/>
                <a:ea typeface="Mulish SemiBold"/>
                <a:cs typeface="Mulish SemiBold"/>
                <a:sym typeface="Mulish SemiBold"/>
              </a:rPr>
              <a:t>writeFileSync</a:t>
            </a:r>
            <a:r>
              <a:rPr lang="ru-RU" sz="3000" dirty="0">
                <a:solidFill>
                  <a:schemeClr val="bg1">
                    <a:lumMod val="95000"/>
                  </a:schemeClr>
                </a:solidFill>
                <a:latin typeface="Mulish SemiBold"/>
                <a:ea typeface="Mulish SemiBold"/>
                <a:cs typeface="Mulish SemiBold"/>
                <a:sym typeface="Mulish SemiBold"/>
              </a:rPr>
              <a:t> может создать файл, но не умеет создавать папки. Если путь указывает в несуществующую папку, программа выдаст ошибку ENOENT.</a:t>
            </a:r>
          </a:p>
          <a:p>
            <a:pPr marL="457200" lvl="0" indent="-457200">
              <a:lnSpc>
                <a:spcPct val="115000"/>
              </a:lnSpc>
              <a:buClr>
                <a:srgbClr val="333333"/>
              </a:buClr>
              <a:buSzPts val="1800"/>
              <a:buFont typeface="Arial" panose="020B0604020202020204" pitchFamily="34" charset="0"/>
              <a:buChar char="•"/>
            </a:pPr>
            <a:r>
              <a:rPr lang="ru-RU" sz="3000" dirty="0">
                <a:solidFill>
                  <a:schemeClr val="bg1">
                    <a:lumMod val="95000"/>
                  </a:schemeClr>
                </a:solidFill>
                <a:latin typeface="Mulish SemiBold"/>
                <a:ea typeface="Mulish SemiBold"/>
                <a:cs typeface="Mulish SemiBold"/>
                <a:sym typeface="Mulish SemiBold"/>
              </a:rPr>
              <a:t>Типы данных: Если передать объект или массив напрямую, вы получите строку [</a:t>
            </a:r>
            <a:r>
              <a:rPr lang="ru-RU" sz="3000" dirty="0" err="1">
                <a:solidFill>
                  <a:schemeClr val="bg1">
                    <a:lumMod val="95000"/>
                  </a:schemeClr>
                </a:solidFill>
                <a:latin typeface="Mulish SemiBold"/>
                <a:ea typeface="Mulish SemiBold"/>
                <a:cs typeface="Mulish SemiBold"/>
                <a:sym typeface="Mulish SemiBold"/>
              </a:rPr>
              <a:t>object</a:t>
            </a:r>
            <a:r>
              <a:rPr lang="ru-RU" sz="3000" dirty="0">
                <a:solidFill>
                  <a:schemeClr val="bg1">
                    <a:lumMod val="95000"/>
                  </a:schemeClr>
                </a:solidFill>
                <a:latin typeface="Mulish SemiBold"/>
                <a:ea typeface="Mulish SemiBold"/>
                <a:cs typeface="Mulish SemiBold"/>
                <a:sym typeface="Mulish SemiBold"/>
              </a:rPr>
              <a:t> Object]. Всегда используйте </a:t>
            </a:r>
            <a:r>
              <a:rPr lang="ru-RU" sz="3000" dirty="0" err="1">
                <a:solidFill>
                  <a:srgbClr val="FFFF00"/>
                </a:solidFill>
                <a:latin typeface="Mulish SemiBold"/>
                <a:ea typeface="Mulish SemiBold"/>
                <a:cs typeface="Mulish SemiBold"/>
                <a:sym typeface="Mulish SemiBold"/>
              </a:rPr>
              <a:t>JSON.stringify</a:t>
            </a:r>
            <a:r>
              <a:rPr lang="ru-RU" sz="3000" dirty="0">
                <a:solidFill>
                  <a:srgbClr val="FFFF00"/>
                </a:solidFill>
                <a:latin typeface="Mulish SemiBold"/>
                <a:ea typeface="Mulish SemiBold"/>
                <a:cs typeface="Mulish SemiBold"/>
                <a:sym typeface="Mulish SemiBold"/>
              </a:rPr>
              <a:t>(</a:t>
            </a:r>
            <a:r>
              <a:rPr lang="ru-RU" sz="3000" dirty="0" err="1">
                <a:solidFill>
                  <a:srgbClr val="FFFF00"/>
                </a:solidFill>
                <a:latin typeface="Mulish SemiBold"/>
                <a:ea typeface="Mulish SemiBold"/>
                <a:cs typeface="Mulish SemiBold"/>
                <a:sym typeface="Mulish SemiBold"/>
              </a:rPr>
              <a:t>data</a:t>
            </a:r>
            <a:r>
              <a:rPr lang="ru-RU" sz="3000" dirty="0">
                <a:solidFill>
                  <a:srgbClr val="FFFF00"/>
                </a:solidFill>
                <a:latin typeface="Mulish SemiBold"/>
                <a:ea typeface="Mulish SemiBold"/>
                <a:cs typeface="Mulish SemiBold"/>
                <a:sym typeface="Mulish SemiBold"/>
              </a:rPr>
              <a:t>) </a:t>
            </a:r>
            <a:r>
              <a:rPr lang="ru-RU" sz="3000" dirty="0">
                <a:solidFill>
                  <a:schemeClr val="bg1">
                    <a:lumMod val="95000"/>
                  </a:schemeClr>
                </a:solidFill>
                <a:latin typeface="Mulish SemiBold"/>
                <a:ea typeface="Mulish SemiBold"/>
                <a:cs typeface="Mulish SemiBold"/>
                <a:sym typeface="Mulish SemiBold"/>
              </a:rPr>
              <a:t>перед записью сложных структур.</a:t>
            </a:r>
          </a:p>
          <a:p>
            <a:pPr marL="457200" lvl="0" indent="-457200">
              <a:lnSpc>
                <a:spcPct val="115000"/>
              </a:lnSpc>
              <a:buClr>
                <a:srgbClr val="333333"/>
              </a:buClr>
              <a:buSzPts val="1800"/>
              <a:buFont typeface="Arial" panose="020B0604020202020204" pitchFamily="34" charset="0"/>
              <a:buChar char="•"/>
            </a:pPr>
            <a:r>
              <a:rPr lang="ru-RU" sz="3000" dirty="0">
                <a:solidFill>
                  <a:schemeClr val="bg1">
                    <a:lumMod val="95000"/>
                  </a:schemeClr>
                </a:solidFill>
                <a:latin typeface="Mulish SemiBold"/>
                <a:ea typeface="Mulish SemiBold"/>
                <a:cs typeface="Mulish SemiBold"/>
                <a:sym typeface="Mulish SemiBold"/>
              </a:rPr>
              <a:t>Блокировка потока: Пока идет запись (особенно больших файлов), весь Node.js процесс "замирает". Это допустимо в скриптах инициализации, но критично для высоконагруженных серверов.</a:t>
            </a:r>
            <a:endParaRPr sz="3000" b="0" i="0" u="none" strike="noStrike" cap="none" dirty="0">
              <a:solidFill>
                <a:srgbClr val="333333"/>
              </a:solidFill>
              <a:latin typeface="Mulish SemiBold"/>
              <a:ea typeface="Mulish SemiBold"/>
              <a:cs typeface="Mulish SemiBold"/>
              <a:sym typeface="Mulish SemiBold"/>
            </a:endParaRPr>
          </a:p>
        </p:txBody>
      </p:sp>
      <p:pic>
        <p:nvPicPr>
          <p:cNvPr id="5" name="Google Shape;152;g30f32ff6c42_0_5">
            <a:extLst>
              <a:ext uri="{FF2B5EF4-FFF2-40B4-BE49-F238E27FC236}">
                <a16:creationId xmlns:a16="http://schemas.microsoft.com/office/drawing/2014/main" id="{98D70FAE-318A-90A0-DB55-676FA2060036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 rot="-5400000">
            <a:off x="8167744" y="4110257"/>
            <a:ext cx="1474076" cy="162359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2968183810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7F61DD"/>
        </a:solidFill>
        <a:effectLst/>
      </p:bgPr>
    </p:bg>
    <p:spTree>
      <p:nvGrpSpPr>
        <p:cNvPr id="1" name="Shape 198">
          <a:extLst>
            <a:ext uri="{FF2B5EF4-FFF2-40B4-BE49-F238E27FC236}">
              <a16:creationId xmlns:a16="http://schemas.microsoft.com/office/drawing/2014/main" id="{3A3A52AA-B4BE-6C4C-372F-F7BFDF9F092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oogle Shape;149;g30f32ff6c42_0_5">
            <a:extLst>
              <a:ext uri="{FF2B5EF4-FFF2-40B4-BE49-F238E27FC236}">
                <a16:creationId xmlns:a16="http://schemas.microsoft.com/office/drawing/2014/main" id="{B85BAC46-EB72-9E86-9135-89FACFE1813B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398525" y="135467"/>
            <a:ext cx="8346900" cy="54186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91425" rIns="0" bIns="91425" anchor="t" anchorCtr="0">
            <a:noAutofit/>
          </a:bodyPr>
          <a:lstStyle/>
          <a:p>
            <a:pPr lvl="0" algn="ctr">
              <a:buClr>
                <a:srgbClr val="434343"/>
              </a:buClr>
              <a:buSzPts val="2620"/>
            </a:pPr>
            <a:r>
              <a:rPr lang="ru-RU" sz="3420" dirty="0">
                <a:solidFill>
                  <a:schemeClr val="bg1"/>
                </a:solidFill>
                <a:latin typeface="Mulish Black"/>
                <a:ea typeface="Mulish Black"/>
                <a:cs typeface="Mulish Black"/>
                <a:sym typeface="Mulish Black"/>
              </a:rPr>
              <a:t>4. Дополнительные синхронные методы </a:t>
            </a:r>
            <a:r>
              <a:rPr lang="ru-RU" sz="3420" dirty="0" err="1">
                <a:solidFill>
                  <a:schemeClr val="bg1"/>
                </a:solidFill>
                <a:latin typeface="Mulish Black"/>
                <a:ea typeface="Mulish Black"/>
                <a:cs typeface="Mulish Black"/>
                <a:sym typeface="Mulish Black"/>
              </a:rPr>
              <a:t>fs</a:t>
            </a:r>
            <a:endParaRPr lang="en-US" sz="3420" dirty="0">
              <a:solidFill>
                <a:schemeClr val="bg1"/>
              </a:solidFill>
              <a:latin typeface="Mulish Black"/>
              <a:ea typeface="Mulish Black"/>
              <a:cs typeface="Mulish Black"/>
              <a:sym typeface="Mulish Black"/>
            </a:endParaRPr>
          </a:p>
        </p:txBody>
      </p:sp>
      <p:sp>
        <p:nvSpPr>
          <p:cNvPr id="3" name="Google Shape;153;g30f32ff6c42_0_5">
            <a:extLst>
              <a:ext uri="{FF2B5EF4-FFF2-40B4-BE49-F238E27FC236}">
                <a16:creationId xmlns:a16="http://schemas.microsoft.com/office/drawing/2014/main" id="{7D762946-2261-F44D-68F2-493E381868AE}"/>
              </a:ext>
            </a:extLst>
          </p:cNvPr>
          <p:cNvSpPr/>
          <p:nvPr/>
        </p:nvSpPr>
        <p:spPr>
          <a:xfrm>
            <a:off x="320400" y="1343378"/>
            <a:ext cx="8150700" cy="358509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lvl="0">
              <a:lnSpc>
                <a:spcPct val="115000"/>
              </a:lnSpc>
              <a:buClr>
                <a:srgbClr val="333333"/>
              </a:buClr>
              <a:buSzPts val="1800"/>
            </a:pPr>
            <a:r>
              <a:rPr lang="ru-RU" sz="3000" dirty="0">
                <a:solidFill>
                  <a:schemeClr val="bg1"/>
                </a:solidFill>
                <a:latin typeface="Mulish SemiBold"/>
                <a:ea typeface="Mulish SemiBold"/>
                <a:cs typeface="Mulish SemiBold"/>
                <a:sym typeface="Mulish SemiBold"/>
              </a:rPr>
              <a:t>Помимо чтения и записи, модуль </a:t>
            </a:r>
            <a:r>
              <a:rPr lang="ru-RU" sz="3000" dirty="0" err="1">
                <a:solidFill>
                  <a:schemeClr val="bg1"/>
                </a:solidFill>
                <a:latin typeface="Mulish SemiBold"/>
                <a:ea typeface="Mulish SemiBold"/>
                <a:cs typeface="Mulish SemiBold"/>
                <a:sym typeface="Mulish SemiBold"/>
              </a:rPr>
              <a:t>fs</a:t>
            </a:r>
            <a:r>
              <a:rPr lang="ru-RU" sz="3000" dirty="0">
                <a:solidFill>
                  <a:schemeClr val="bg1"/>
                </a:solidFill>
                <a:latin typeface="Mulish SemiBold"/>
                <a:ea typeface="Mulish SemiBold"/>
                <a:cs typeface="Mulish SemiBold"/>
                <a:sym typeface="Mulish SemiBold"/>
              </a:rPr>
              <a:t> предоставляет инструменты для манипуляции файлами и директориями. Все перечисленные ниже методы являются синхронными (блокирующими).</a:t>
            </a:r>
          </a:p>
        </p:txBody>
      </p:sp>
      <p:pic>
        <p:nvPicPr>
          <p:cNvPr id="5" name="Google Shape;152;g30f32ff6c42_0_5">
            <a:extLst>
              <a:ext uri="{FF2B5EF4-FFF2-40B4-BE49-F238E27FC236}">
                <a16:creationId xmlns:a16="http://schemas.microsoft.com/office/drawing/2014/main" id="{10C49751-1732-1EE6-D37E-5B89098C498C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 rot="-5400000">
            <a:off x="8167744" y="4110257"/>
            <a:ext cx="1474076" cy="162359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1145230115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7F61DD"/>
        </a:solidFill>
        <a:effectLst/>
      </p:bgPr>
    </p:bg>
    <p:spTree>
      <p:nvGrpSpPr>
        <p:cNvPr id="1" name="Shape 198">
          <a:extLst>
            <a:ext uri="{FF2B5EF4-FFF2-40B4-BE49-F238E27FC236}">
              <a16:creationId xmlns:a16="http://schemas.microsoft.com/office/drawing/2014/main" id="{6822F8F1-D94F-6242-65E9-4236B8BFC4E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153;g30f32ff6c42_0_5">
            <a:extLst>
              <a:ext uri="{FF2B5EF4-FFF2-40B4-BE49-F238E27FC236}">
                <a16:creationId xmlns:a16="http://schemas.microsoft.com/office/drawing/2014/main" id="{DCF651AA-D39A-AFCB-B8A2-F4768359289F}"/>
              </a:ext>
            </a:extLst>
          </p:cNvPr>
          <p:cNvSpPr/>
          <p:nvPr/>
        </p:nvSpPr>
        <p:spPr>
          <a:xfrm>
            <a:off x="320399" y="502276"/>
            <a:ext cx="8359961" cy="25570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 fontScale="92500"/>
          </a:bodyPr>
          <a:lstStyle/>
          <a:p>
            <a:pPr lvl="0" algn="ctr">
              <a:lnSpc>
                <a:spcPct val="115000"/>
              </a:lnSpc>
              <a:buClr>
                <a:srgbClr val="333333"/>
              </a:buClr>
              <a:buSzPts val="1800"/>
            </a:pPr>
            <a:r>
              <a:rPr lang="ru-RU" sz="3000" dirty="0">
                <a:solidFill>
                  <a:schemeClr val="bg1">
                    <a:lumMod val="95000"/>
                  </a:schemeClr>
                </a:solidFill>
                <a:latin typeface="Mulish SemiBold"/>
                <a:ea typeface="Mulish SemiBold"/>
                <a:cs typeface="Mulish SemiBold"/>
                <a:sym typeface="Mulish SemiBold"/>
              </a:rPr>
              <a:t>Проверка существования: </a:t>
            </a:r>
            <a:r>
              <a:rPr lang="ru-RU" sz="3000" dirty="0" err="1">
                <a:solidFill>
                  <a:srgbClr val="FFFF00"/>
                </a:solidFill>
                <a:latin typeface="Mulish SemiBold"/>
                <a:ea typeface="Mulish SemiBold"/>
                <a:cs typeface="Mulish SemiBold"/>
                <a:sym typeface="Mulish SemiBold"/>
              </a:rPr>
              <a:t>fs.existsSync</a:t>
            </a:r>
            <a:r>
              <a:rPr lang="ru-RU" sz="3000" dirty="0">
                <a:solidFill>
                  <a:srgbClr val="FFFF00"/>
                </a:solidFill>
                <a:latin typeface="Mulish SemiBold"/>
                <a:ea typeface="Mulish SemiBold"/>
                <a:cs typeface="Mulish SemiBold"/>
                <a:sym typeface="Mulish SemiBold"/>
              </a:rPr>
              <a:t>()</a:t>
            </a:r>
          </a:p>
          <a:p>
            <a:pPr lvl="0">
              <a:lnSpc>
                <a:spcPct val="115000"/>
              </a:lnSpc>
              <a:buClr>
                <a:srgbClr val="333333"/>
              </a:buClr>
              <a:buSzPts val="1800"/>
            </a:pPr>
            <a:r>
              <a:rPr lang="ru-RU" sz="3000" dirty="0">
                <a:solidFill>
                  <a:schemeClr val="bg1">
                    <a:lumMod val="95000"/>
                  </a:schemeClr>
                </a:solidFill>
                <a:latin typeface="Mulish SemiBold"/>
                <a:ea typeface="Mulish SemiBold"/>
                <a:cs typeface="Mulish SemiBold"/>
                <a:sym typeface="Mulish SemiBold"/>
              </a:rPr>
              <a:t>Единственный метод в этом списке, который не выбрасывает ошибку, если объект не найден, а просто возвращает </a:t>
            </a:r>
            <a:r>
              <a:rPr lang="ru-RU" sz="3000" dirty="0" err="1">
                <a:solidFill>
                  <a:schemeClr val="bg1">
                    <a:lumMod val="95000"/>
                  </a:schemeClr>
                </a:solidFill>
                <a:latin typeface="Mulish SemiBold"/>
                <a:ea typeface="Mulish SemiBold"/>
                <a:cs typeface="Mulish SemiBold"/>
                <a:sym typeface="Mulish SemiBold"/>
              </a:rPr>
              <a:t>true</a:t>
            </a:r>
            <a:r>
              <a:rPr lang="ru-RU" sz="3000" dirty="0">
                <a:solidFill>
                  <a:schemeClr val="bg1">
                    <a:lumMod val="95000"/>
                  </a:schemeClr>
                </a:solidFill>
                <a:latin typeface="Mulish SemiBold"/>
                <a:ea typeface="Mulish SemiBold"/>
                <a:cs typeface="Mulish SemiBold"/>
                <a:sym typeface="Mulish SemiBold"/>
              </a:rPr>
              <a:t> или </a:t>
            </a:r>
            <a:r>
              <a:rPr lang="ru-RU" sz="3000" dirty="0" err="1">
                <a:solidFill>
                  <a:schemeClr val="bg1">
                    <a:lumMod val="95000"/>
                  </a:schemeClr>
                </a:solidFill>
                <a:latin typeface="Mulish SemiBold"/>
                <a:ea typeface="Mulish SemiBold"/>
                <a:cs typeface="Mulish SemiBold"/>
                <a:sym typeface="Mulish SemiBold"/>
              </a:rPr>
              <a:t>false</a:t>
            </a:r>
            <a:r>
              <a:rPr lang="ru-RU" sz="3000" dirty="0">
                <a:solidFill>
                  <a:schemeClr val="bg1">
                    <a:lumMod val="95000"/>
                  </a:schemeClr>
                </a:solidFill>
                <a:latin typeface="Mulish SemiBold"/>
                <a:ea typeface="Mulish SemiBold"/>
                <a:cs typeface="Mulish SemiBold"/>
                <a:sym typeface="Mulish SemiBold"/>
              </a:rPr>
              <a:t>.</a:t>
            </a:r>
          </a:p>
        </p:txBody>
      </p:sp>
      <p:pic>
        <p:nvPicPr>
          <p:cNvPr id="5" name="Google Shape;152;g30f32ff6c42_0_5">
            <a:extLst>
              <a:ext uri="{FF2B5EF4-FFF2-40B4-BE49-F238E27FC236}">
                <a16:creationId xmlns:a16="http://schemas.microsoft.com/office/drawing/2014/main" id="{2AEDE060-A350-AA13-041F-E3B1061C40CF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 rot="-5400000">
            <a:off x="8167744" y="4110257"/>
            <a:ext cx="1474076" cy="162359"/>
          </a:xfrm>
          <a:prstGeom prst="rect">
            <a:avLst/>
          </a:prstGeom>
          <a:noFill/>
          <a:ln>
            <a:noFill/>
          </a:ln>
        </p:spPr>
      </p:pic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A43D26E6-1985-7418-F03F-900354D87B7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47396" y="2571750"/>
            <a:ext cx="7103181" cy="224525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12502520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7F61DD"/>
        </a:solidFill>
        <a:effectLst/>
      </p:bgPr>
    </p:bg>
    <p:spTree>
      <p:nvGrpSpPr>
        <p:cNvPr id="1" name="Shape 198">
          <a:extLst>
            <a:ext uri="{FF2B5EF4-FFF2-40B4-BE49-F238E27FC236}">
              <a16:creationId xmlns:a16="http://schemas.microsoft.com/office/drawing/2014/main" id="{AF7F8960-F4FB-F332-797E-61A879DF1F8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153;g30f32ff6c42_0_5">
            <a:extLst>
              <a:ext uri="{FF2B5EF4-FFF2-40B4-BE49-F238E27FC236}">
                <a16:creationId xmlns:a16="http://schemas.microsoft.com/office/drawing/2014/main" id="{F2A32A35-350F-37FF-041D-6170974F22D3}"/>
              </a:ext>
            </a:extLst>
          </p:cNvPr>
          <p:cNvSpPr/>
          <p:nvPr/>
        </p:nvSpPr>
        <p:spPr>
          <a:xfrm>
            <a:off x="320399" y="215025"/>
            <a:ext cx="8359961" cy="174924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 fontScale="85000" lnSpcReduction="20000"/>
          </a:bodyPr>
          <a:lstStyle/>
          <a:p>
            <a:pPr lvl="0" algn="ctr">
              <a:lnSpc>
                <a:spcPct val="115000"/>
              </a:lnSpc>
              <a:buClr>
                <a:srgbClr val="333333"/>
              </a:buClr>
              <a:buSzPts val="1800"/>
            </a:pPr>
            <a:r>
              <a:rPr lang="ru-RU" sz="3000" dirty="0">
                <a:solidFill>
                  <a:schemeClr val="bg1">
                    <a:lumMod val="95000"/>
                  </a:schemeClr>
                </a:solidFill>
                <a:latin typeface="Mulish SemiBold"/>
                <a:ea typeface="Mulish SemiBold"/>
                <a:cs typeface="Mulish SemiBold"/>
                <a:sym typeface="Mulish SemiBold"/>
              </a:rPr>
              <a:t>Создание папки: </a:t>
            </a:r>
            <a:r>
              <a:rPr lang="ru-RU" sz="3000" dirty="0" err="1">
                <a:solidFill>
                  <a:srgbClr val="FFFF00"/>
                </a:solidFill>
                <a:latin typeface="Mulish SemiBold"/>
                <a:ea typeface="Mulish SemiBold"/>
                <a:cs typeface="Mulish SemiBold"/>
                <a:sym typeface="Mulish SemiBold"/>
              </a:rPr>
              <a:t>fs.mkdirSync</a:t>
            </a:r>
            <a:r>
              <a:rPr lang="ru-RU" sz="3000" dirty="0">
                <a:solidFill>
                  <a:srgbClr val="FFFF00"/>
                </a:solidFill>
                <a:latin typeface="Mulish SemiBold"/>
                <a:ea typeface="Mulish SemiBold"/>
                <a:cs typeface="Mulish SemiBold"/>
                <a:sym typeface="Mulish SemiBold"/>
              </a:rPr>
              <a:t>()</a:t>
            </a:r>
          </a:p>
          <a:p>
            <a:pPr lvl="0">
              <a:lnSpc>
                <a:spcPct val="115000"/>
              </a:lnSpc>
              <a:buClr>
                <a:srgbClr val="333333"/>
              </a:buClr>
              <a:buSzPts val="1800"/>
            </a:pPr>
            <a:r>
              <a:rPr lang="ru-RU" sz="3000" dirty="0">
                <a:solidFill>
                  <a:schemeClr val="bg1">
                    <a:lumMod val="95000"/>
                  </a:schemeClr>
                </a:solidFill>
                <a:latin typeface="Mulish SemiBold"/>
                <a:ea typeface="Mulish SemiBold"/>
                <a:cs typeface="Mulish SemiBold"/>
                <a:sym typeface="Mulish SemiBold"/>
              </a:rPr>
              <a:t>Создает новую директорию.</a:t>
            </a:r>
          </a:p>
          <a:p>
            <a:pPr lvl="0">
              <a:lnSpc>
                <a:spcPct val="115000"/>
              </a:lnSpc>
              <a:buClr>
                <a:srgbClr val="333333"/>
              </a:buClr>
              <a:buSzPts val="1800"/>
            </a:pPr>
            <a:r>
              <a:rPr lang="ru-RU" sz="3000" dirty="0">
                <a:solidFill>
                  <a:schemeClr val="bg1">
                    <a:lumMod val="95000"/>
                  </a:schemeClr>
                </a:solidFill>
                <a:latin typeface="Mulish SemiBold"/>
                <a:ea typeface="Mulish SemiBold"/>
                <a:cs typeface="Mulish SemiBold"/>
                <a:sym typeface="Mulish SemiBold"/>
              </a:rPr>
              <a:t>Нюанс: Если папка уже существует, метод выбросит ошибку.</a:t>
            </a:r>
          </a:p>
        </p:txBody>
      </p:sp>
      <p:pic>
        <p:nvPicPr>
          <p:cNvPr id="5" name="Google Shape;152;g30f32ff6c42_0_5">
            <a:extLst>
              <a:ext uri="{FF2B5EF4-FFF2-40B4-BE49-F238E27FC236}">
                <a16:creationId xmlns:a16="http://schemas.microsoft.com/office/drawing/2014/main" id="{938E96A9-FF7D-0EFE-7568-524B2703DB78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 rot="-5400000">
            <a:off x="8167744" y="4110257"/>
            <a:ext cx="1474076" cy="162359"/>
          </a:xfrm>
          <a:prstGeom prst="rect">
            <a:avLst/>
          </a:prstGeom>
          <a:noFill/>
          <a:ln>
            <a:noFill/>
          </a:ln>
        </p:spPr>
      </p:pic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9462F896-C798-D6FE-3599-744EDEF1337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08305" y="1911601"/>
            <a:ext cx="6727390" cy="308559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92836302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7F61DD"/>
        </a:solidFill>
        <a:effectLst/>
      </p:bgPr>
    </p:bg>
    <p:spTree>
      <p:nvGrpSpPr>
        <p:cNvPr id="1" name="Shape 198">
          <a:extLst>
            <a:ext uri="{FF2B5EF4-FFF2-40B4-BE49-F238E27FC236}">
              <a16:creationId xmlns:a16="http://schemas.microsoft.com/office/drawing/2014/main" id="{EA2FE7BF-A9A0-A0E4-E08C-C6184BF5319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153;g30f32ff6c42_0_5">
            <a:extLst>
              <a:ext uri="{FF2B5EF4-FFF2-40B4-BE49-F238E27FC236}">
                <a16:creationId xmlns:a16="http://schemas.microsoft.com/office/drawing/2014/main" id="{42E9CAD1-A67E-E946-6368-E000B648AEEF}"/>
              </a:ext>
            </a:extLst>
          </p:cNvPr>
          <p:cNvSpPr/>
          <p:nvPr/>
        </p:nvSpPr>
        <p:spPr>
          <a:xfrm>
            <a:off x="320399" y="502277"/>
            <a:ext cx="8359961" cy="175550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 fontScale="92500"/>
          </a:bodyPr>
          <a:lstStyle/>
          <a:p>
            <a:pPr lvl="0" algn="ctr">
              <a:lnSpc>
                <a:spcPct val="115000"/>
              </a:lnSpc>
              <a:buClr>
                <a:srgbClr val="333333"/>
              </a:buClr>
              <a:buSzPts val="1800"/>
            </a:pPr>
            <a:r>
              <a:rPr lang="ru-RU" sz="3000" dirty="0">
                <a:solidFill>
                  <a:schemeClr val="bg1">
                    <a:lumMod val="95000"/>
                  </a:schemeClr>
                </a:solidFill>
                <a:latin typeface="Mulish SemiBold"/>
                <a:ea typeface="Mulish SemiBold"/>
                <a:cs typeface="Mulish SemiBold"/>
                <a:sym typeface="Mulish SemiBold"/>
              </a:rPr>
              <a:t>Список содержимого: </a:t>
            </a:r>
            <a:r>
              <a:rPr lang="ru-RU" sz="3000" dirty="0" err="1">
                <a:solidFill>
                  <a:srgbClr val="FFFF00"/>
                </a:solidFill>
                <a:latin typeface="Mulish SemiBold"/>
                <a:ea typeface="Mulish SemiBold"/>
                <a:cs typeface="Mulish SemiBold"/>
                <a:sym typeface="Mulish SemiBold"/>
              </a:rPr>
              <a:t>fs.readdirSync</a:t>
            </a:r>
            <a:r>
              <a:rPr lang="ru-RU" sz="3000" dirty="0">
                <a:solidFill>
                  <a:srgbClr val="FFFF00"/>
                </a:solidFill>
                <a:latin typeface="Mulish SemiBold"/>
                <a:ea typeface="Mulish SemiBold"/>
                <a:cs typeface="Mulish SemiBold"/>
                <a:sym typeface="Mulish SemiBold"/>
              </a:rPr>
              <a:t>()</a:t>
            </a:r>
          </a:p>
          <a:p>
            <a:pPr lvl="0">
              <a:lnSpc>
                <a:spcPct val="115000"/>
              </a:lnSpc>
              <a:buClr>
                <a:srgbClr val="333333"/>
              </a:buClr>
              <a:buSzPts val="1800"/>
            </a:pPr>
            <a:r>
              <a:rPr lang="ru-RU" sz="3000" dirty="0">
                <a:solidFill>
                  <a:schemeClr val="bg1">
                    <a:lumMod val="95000"/>
                  </a:schemeClr>
                </a:solidFill>
                <a:latin typeface="Mulish SemiBold"/>
                <a:ea typeface="Mulish SemiBold"/>
                <a:cs typeface="Mulish SemiBold"/>
                <a:sym typeface="Mulish SemiBold"/>
              </a:rPr>
              <a:t>Возвращает массив строк - имен всех файлов и папок внутри указанной директории.</a:t>
            </a:r>
            <a:endParaRPr sz="3000" b="0" i="0" u="none" strike="noStrike" cap="none" dirty="0">
              <a:solidFill>
                <a:srgbClr val="333333"/>
              </a:solidFill>
              <a:latin typeface="Mulish SemiBold"/>
              <a:ea typeface="Mulish SemiBold"/>
              <a:cs typeface="Mulish SemiBold"/>
              <a:sym typeface="Mulish SemiBold"/>
            </a:endParaRPr>
          </a:p>
        </p:txBody>
      </p:sp>
      <p:pic>
        <p:nvPicPr>
          <p:cNvPr id="5" name="Google Shape;152;g30f32ff6c42_0_5">
            <a:extLst>
              <a:ext uri="{FF2B5EF4-FFF2-40B4-BE49-F238E27FC236}">
                <a16:creationId xmlns:a16="http://schemas.microsoft.com/office/drawing/2014/main" id="{50EBDD79-5F9E-47D6-82C4-E874F6C7A766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 rot="-5400000">
            <a:off x="8167744" y="4110257"/>
            <a:ext cx="1474076" cy="162359"/>
          </a:xfrm>
          <a:prstGeom prst="rect">
            <a:avLst/>
          </a:prstGeom>
          <a:noFill/>
          <a:ln>
            <a:noFill/>
          </a:ln>
        </p:spPr>
      </p:pic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A7E36586-53DA-E7D7-281A-B7963308D7F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04496" y="2074769"/>
            <a:ext cx="7525104" cy="269767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23945581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7F61DD"/>
        </a:solidFill>
        <a:effectLst/>
      </p:bgPr>
    </p:bg>
    <p:spTree>
      <p:nvGrpSpPr>
        <p:cNvPr id="1" name="Shape 198">
          <a:extLst>
            <a:ext uri="{FF2B5EF4-FFF2-40B4-BE49-F238E27FC236}">
              <a16:creationId xmlns:a16="http://schemas.microsoft.com/office/drawing/2014/main" id="{BA7C5962-2B78-A1E4-02C5-450FDFA0A41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153;g30f32ff6c42_0_5">
            <a:extLst>
              <a:ext uri="{FF2B5EF4-FFF2-40B4-BE49-F238E27FC236}">
                <a16:creationId xmlns:a16="http://schemas.microsoft.com/office/drawing/2014/main" id="{7D406AE7-6A6F-3072-D948-CF7356F27772}"/>
              </a:ext>
            </a:extLst>
          </p:cNvPr>
          <p:cNvSpPr/>
          <p:nvPr/>
        </p:nvSpPr>
        <p:spPr>
          <a:xfrm>
            <a:off x="320399" y="502277"/>
            <a:ext cx="8359961" cy="18212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 fontScale="85000" lnSpcReduction="20000"/>
          </a:bodyPr>
          <a:lstStyle/>
          <a:p>
            <a:pPr lvl="0">
              <a:lnSpc>
                <a:spcPct val="115000"/>
              </a:lnSpc>
              <a:buClr>
                <a:srgbClr val="333333"/>
              </a:buClr>
              <a:buSzPts val="1800"/>
            </a:pPr>
            <a:r>
              <a:rPr lang="ru-RU" sz="3000" dirty="0">
                <a:solidFill>
                  <a:schemeClr val="bg1">
                    <a:lumMod val="95000"/>
                  </a:schemeClr>
                </a:solidFill>
                <a:latin typeface="Mulish SemiBold"/>
                <a:ea typeface="Mulish SemiBold"/>
                <a:cs typeface="Mulish SemiBold"/>
                <a:sym typeface="Mulish SemiBold"/>
              </a:rPr>
              <a:t>Переименование и перемещение: </a:t>
            </a:r>
            <a:r>
              <a:rPr lang="ru-RU" sz="3000" dirty="0" err="1">
                <a:solidFill>
                  <a:srgbClr val="FFFF00"/>
                </a:solidFill>
                <a:latin typeface="Mulish SemiBold"/>
                <a:ea typeface="Mulish SemiBold"/>
                <a:cs typeface="Mulish SemiBold"/>
                <a:sym typeface="Mulish SemiBold"/>
              </a:rPr>
              <a:t>fs.renameSync</a:t>
            </a:r>
            <a:r>
              <a:rPr lang="ru-RU" sz="3000" dirty="0">
                <a:solidFill>
                  <a:srgbClr val="FFFF00"/>
                </a:solidFill>
                <a:latin typeface="Mulish SemiBold"/>
                <a:ea typeface="Mulish SemiBold"/>
                <a:cs typeface="Mulish SemiBold"/>
                <a:sym typeface="Mulish SemiBold"/>
              </a:rPr>
              <a:t>()</a:t>
            </a:r>
          </a:p>
          <a:p>
            <a:pPr lvl="0">
              <a:lnSpc>
                <a:spcPct val="115000"/>
              </a:lnSpc>
              <a:buClr>
                <a:srgbClr val="333333"/>
              </a:buClr>
              <a:buSzPts val="1800"/>
            </a:pPr>
            <a:r>
              <a:rPr lang="ru-RU" sz="3000" dirty="0">
                <a:solidFill>
                  <a:schemeClr val="bg1">
                    <a:lumMod val="95000"/>
                  </a:schemeClr>
                </a:solidFill>
                <a:latin typeface="Mulish SemiBold"/>
                <a:ea typeface="Mulish SemiBold"/>
                <a:cs typeface="Mulish SemiBold"/>
                <a:sym typeface="Mulish SemiBold"/>
              </a:rPr>
              <a:t>Универсальный метод. Если пути до и после одинаковые - это переименование. Если разные - перемещение.</a:t>
            </a:r>
            <a:endParaRPr sz="3000" b="0" i="0" u="none" strike="noStrike" cap="none" dirty="0">
              <a:solidFill>
                <a:srgbClr val="333333"/>
              </a:solidFill>
              <a:latin typeface="Mulish SemiBold"/>
              <a:ea typeface="Mulish SemiBold"/>
              <a:cs typeface="Mulish SemiBold"/>
              <a:sym typeface="Mulish SemiBold"/>
            </a:endParaRPr>
          </a:p>
        </p:txBody>
      </p:sp>
      <p:pic>
        <p:nvPicPr>
          <p:cNvPr id="5" name="Google Shape;152;g30f32ff6c42_0_5">
            <a:extLst>
              <a:ext uri="{FF2B5EF4-FFF2-40B4-BE49-F238E27FC236}">
                <a16:creationId xmlns:a16="http://schemas.microsoft.com/office/drawing/2014/main" id="{8E0B80A7-0B91-6B04-BB7A-2A712C5F11F4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 rot="-5400000">
            <a:off x="8167744" y="4110257"/>
            <a:ext cx="1474076" cy="162359"/>
          </a:xfrm>
          <a:prstGeom prst="rect">
            <a:avLst/>
          </a:prstGeom>
          <a:noFill/>
          <a:ln>
            <a:noFill/>
          </a:ln>
        </p:spPr>
      </p:pic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FFCA7DBC-3B9B-6317-9822-DE99AAE18BB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65766" y="2233253"/>
            <a:ext cx="6612467" cy="260491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0066055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7F61DD"/>
        </a:solidFill>
        <a:effectLst/>
      </p:bgPr>
    </p:bg>
    <p:spTree>
      <p:nvGrpSpPr>
        <p:cNvPr id="1" name="Shape 198">
          <a:extLst>
            <a:ext uri="{FF2B5EF4-FFF2-40B4-BE49-F238E27FC236}">
              <a16:creationId xmlns:a16="http://schemas.microsoft.com/office/drawing/2014/main" id="{8E1A858D-C2E5-9678-CC95-219147CE4C1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153;g30f32ff6c42_0_5">
            <a:extLst>
              <a:ext uri="{FF2B5EF4-FFF2-40B4-BE49-F238E27FC236}">
                <a16:creationId xmlns:a16="http://schemas.microsoft.com/office/drawing/2014/main" id="{8F1E2A45-F937-8639-D4C1-551964690DB1}"/>
              </a:ext>
            </a:extLst>
          </p:cNvPr>
          <p:cNvSpPr/>
          <p:nvPr/>
        </p:nvSpPr>
        <p:spPr>
          <a:xfrm>
            <a:off x="320399" y="365443"/>
            <a:ext cx="8359961" cy="172300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 fontScale="85000" lnSpcReduction="20000"/>
          </a:bodyPr>
          <a:lstStyle/>
          <a:p>
            <a:pPr lvl="0" algn="ctr">
              <a:lnSpc>
                <a:spcPct val="115000"/>
              </a:lnSpc>
              <a:buClr>
                <a:srgbClr val="333333"/>
              </a:buClr>
              <a:buSzPts val="1800"/>
            </a:pPr>
            <a:r>
              <a:rPr lang="ru-RU" sz="3000" dirty="0">
                <a:solidFill>
                  <a:schemeClr val="bg1">
                    <a:lumMod val="95000"/>
                  </a:schemeClr>
                </a:solidFill>
                <a:latin typeface="Mulish SemiBold"/>
                <a:ea typeface="Mulish SemiBold"/>
                <a:cs typeface="Mulish SemiBold"/>
                <a:sym typeface="Mulish SemiBold"/>
              </a:rPr>
              <a:t>Удаление файла: </a:t>
            </a:r>
            <a:r>
              <a:rPr lang="ru-RU" sz="3000" dirty="0" err="1">
                <a:solidFill>
                  <a:srgbClr val="FFFF00"/>
                </a:solidFill>
                <a:latin typeface="Mulish SemiBold"/>
                <a:ea typeface="Mulish SemiBold"/>
                <a:cs typeface="Mulish SemiBold"/>
                <a:sym typeface="Mulish SemiBold"/>
              </a:rPr>
              <a:t>fs.unlinkSync</a:t>
            </a:r>
            <a:r>
              <a:rPr lang="ru-RU" sz="3000" dirty="0">
                <a:solidFill>
                  <a:srgbClr val="FFFF00"/>
                </a:solidFill>
                <a:latin typeface="Mulish SemiBold"/>
                <a:ea typeface="Mulish SemiBold"/>
                <a:cs typeface="Mulish SemiBold"/>
                <a:sym typeface="Mulish SemiBold"/>
              </a:rPr>
              <a:t>()</a:t>
            </a:r>
          </a:p>
          <a:p>
            <a:pPr lvl="0">
              <a:lnSpc>
                <a:spcPct val="115000"/>
              </a:lnSpc>
              <a:buClr>
                <a:srgbClr val="333333"/>
              </a:buClr>
              <a:buSzPts val="1800"/>
            </a:pPr>
            <a:r>
              <a:rPr lang="ru-RU" sz="3000" dirty="0">
                <a:solidFill>
                  <a:schemeClr val="bg1">
                    <a:lumMod val="95000"/>
                  </a:schemeClr>
                </a:solidFill>
                <a:latin typeface="Mulish SemiBold"/>
                <a:ea typeface="Mulish SemiBold"/>
                <a:cs typeface="Mulish SemiBold"/>
                <a:sym typeface="Mulish SemiBold"/>
              </a:rPr>
              <a:t>Удаляет файл по указанному пути. Не работает с папками (для папок используется </a:t>
            </a:r>
            <a:r>
              <a:rPr lang="ru-RU" sz="3000" dirty="0" err="1">
                <a:solidFill>
                  <a:srgbClr val="FFFF00"/>
                </a:solidFill>
                <a:latin typeface="Mulish SemiBold"/>
                <a:ea typeface="Mulish SemiBold"/>
                <a:cs typeface="Mulish SemiBold"/>
                <a:sym typeface="Mulish SemiBold"/>
              </a:rPr>
              <a:t>fs.rmSync</a:t>
            </a:r>
            <a:r>
              <a:rPr lang="ru-RU" sz="3000" dirty="0">
                <a:solidFill>
                  <a:srgbClr val="FFFF00"/>
                </a:solidFill>
                <a:latin typeface="Mulish SemiBold"/>
                <a:ea typeface="Mulish SemiBold"/>
                <a:cs typeface="Mulish SemiBold"/>
                <a:sym typeface="Mulish SemiBold"/>
              </a:rPr>
              <a:t> </a:t>
            </a:r>
            <a:r>
              <a:rPr lang="ru-RU" sz="3000" dirty="0">
                <a:solidFill>
                  <a:schemeClr val="bg1">
                    <a:lumMod val="95000"/>
                  </a:schemeClr>
                </a:solidFill>
                <a:latin typeface="Mulish SemiBold"/>
                <a:ea typeface="Mulish SemiBold"/>
                <a:cs typeface="Mulish SemiBold"/>
                <a:sym typeface="Mulish SemiBold"/>
              </a:rPr>
              <a:t>или </a:t>
            </a:r>
            <a:r>
              <a:rPr lang="ru-RU" sz="3000" dirty="0" err="1">
                <a:solidFill>
                  <a:srgbClr val="FFFF00"/>
                </a:solidFill>
                <a:latin typeface="Mulish SemiBold"/>
                <a:ea typeface="Mulish SemiBold"/>
                <a:cs typeface="Mulish SemiBold"/>
                <a:sym typeface="Mulish SemiBold"/>
              </a:rPr>
              <a:t>fs.rmdirSync</a:t>
            </a:r>
            <a:r>
              <a:rPr lang="ru-RU" sz="3000" dirty="0">
                <a:solidFill>
                  <a:schemeClr val="bg1">
                    <a:lumMod val="95000"/>
                  </a:schemeClr>
                </a:solidFill>
                <a:latin typeface="Mulish SemiBold"/>
                <a:ea typeface="Mulish SemiBold"/>
                <a:cs typeface="Mulish SemiBold"/>
                <a:sym typeface="Mulish SemiBold"/>
              </a:rPr>
              <a:t>).</a:t>
            </a:r>
            <a:endParaRPr sz="3000" b="0" i="0" u="none" strike="noStrike" cap="none" dirty="0">
              <a:solidFill>
                <a:srgbClr val="333333"/>
              </a:solidFill>
              <a:latin typeface="Mulish SemiBold"/>
              <a:ea typeface="Mulish SemiBold"/>
              <a:cs typeface="Mulish SemiBold"/>
              <a:sym typeface="Mulish SemiBold"/>
            </a:endParaRPr>
          </a:p>
        </p:txBody>
      </p:sp>
      <p:pic>
        <p:nvPicPr>
          <p:cNvPr id="5" name="Google Shape;152;g30f32ff6c42_0_5">
            <a:extLst>
              <a:ext uri="{FF2B5EF4-FFF2-40B4-BE49-F238E27FC236}">
                <a16:creationId xmlns:a16="http://schemas.microsoft.com/office/drawing/2014/main" id="{09FF8325-423B-E39A-B5C2-1283D511098C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 rot="-5400000">
            <a:off x="8167744" y="4110257"/>
            <a:ext cx="1474076" cy="162359"/>
          </a:xfrm>
          <a:prstGeom prst="rect">
            <a:avLst/>
          </a:prstGeom>
          <a:noFill/>
          <a:ln>
            <a:noFill/>
          </a:ln>
        </p:spPr>
      </p:pic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D68BC43E-35EF-E7C3-7605-5622875C260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78263" y="1975555"/>
            <a:ext cx="6711069" cy="295287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47338142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7F61DD"/>
        </a:solidFill>
        <a:effectLst/>
      </p:bgPr>
    </p:bg>
    <p:spTree>
      <p:nvGrpSpPr>
        <p:cNvPr id="1" name="Shape 198">
          <a:extLst>
            <a:ext uri="{FF2B5EF4-FFF2-40B4-BE49-F238E27FC236}">
              <a16:creationId xmlns:a16="http://schemas.microsoft.com/office/drawing/2014/main" id="{D069994F-81B9-47CC-D31B-5CBBD40850D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153;g30f32ff6c42_0_5">
            <a:extLst>
              <a:ext uri="{FF2B5EF4-FFF2-40B4-BE49-F238E27FC236}">
                <a16:creationId xmlns:a16="http://schemas.microsoft.com/office/drawing/2014/main" id="{A0E58731-9186-8206-0E58-532F487B96A7}"/>
              </a:ext>
            </a:extLst>
          </p:cNvPr>
          <p:cNvSpPr/>
          <p:nvPr/>
        </p:nvSpPr>
        <p:spPr>
          <a:xfrm>
            <a:off x="320399" y="502276"/>
            <a:ext cx="8359961" cy="44261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lvl="0">
              <a:lnSpc>
                <a:spcPct val="115000"/>
              </a:lnSpc>
              <a:buClr>
                <a:srgbClr val="333333"/>
              </a:buClr>
              <a:buSzPts val="1800"/>
            </a:pPr>
            <a:r>
              <a:rPr lang="ru-RU" sz="3000" dirty="0">
                <a:solidFill>
                  <a:schemeClr val="bg1">
                    <a:lumMod val="95000"/>
                  </a:schemeClr>
                </a:solidFill>
                <a:latin typeface="Mulish SemiBold"/>
                <a:ea typeface="Mulish SemiBold"/>
                <a:cs typeface="Mulish SemiBold"/>
                <a:sym typeface="Mulish SemiBold"/>
              </a:rPr>
              <a:t>Итог:</a:t>
            </a:r>
            <a:endParaRPr sz="3000" b="0" i="0" u="none" strike="noStrike" cap="none" dirty="0">
              <a:solidFill>
                <a:srgbClr val="333333"/>
              </a:solidFill>
              <a:latin typeface="Mulish SemiBold"/>
              <a:ea typeface="Mulish SemiBold"/>
              <a:cs typeface="Mulish SemiBold"/>
              <a:sym typeface="Mulish SemiBold"/>
            </a:endParaRPr>
          </a:p>
        </p:txBody>
      </p:sp>
      <p:pic>
        <p:nvPicPr>
          <p:cNvPr id="5" name="Google Shape;152;g30f32ff6c42_0_5">
            <a:extLst>
              <a:ext uri="{FF2B5EF4-FFF2-40B4-BE49-F238E27FC236}">
                <a16:creationId xmlns:a16="http://schemas.microsoft.com/office/drawing/2014/main" id="{09DA9E24-B18B-9E13-3EFF-28CF698971A5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 rot="-5400000">
            <a:off x="8167744" y="4110257"/>
            <a:ext cx="1474076" cy="162359"/>
          </a:xfrm>
          <a:prstGeom prst="rect">
            <a:avLst/>
          </a:prstGeom>
          <a:noFill/>
          <a:ln>
            <a:noFill/>
          </a:ln>
        </p:spPr>
      </p:pic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D99490CA-AC91-8B8B-F727-B20DD140589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9600" y="1362074"/>
            <a:ext cx="7690871" cy="331098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83885007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7F61DD"/>
        </a:solidFill>
        <a:effectLst/>
      </p:bgPr>
    </p:bg>
    <p:spTree>
      <p:nvGrpSpPr>
        <p:cNvPr id="1" name="Shape 198">
          <a:extLst>
            <a:ext uri="{FF2B5EF4-FFF2-40B4-BE49-F238E27FC236}">
              <a16:creationId xmlns:a16="http://schemas.microsoft.com/office/drawing/2014/main" id="{4D06A5E4-2E02-9B59-ECD1-900FFAB02D0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oogle Shape;149;g30f32ff6c42_0_5">
            <a:extLst>
              <a:ext uri="{FF2B5EF4-FFF2-40B4-BE49-F238E27FC236}">
                <a16:creationId xmlns:a16="http://schemas.microsoft.com/office/drawing/2014/main" id="{9F41C1A0-7CA2-F241-E6EA-1126D724E813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398525" y="135467"/>
            <a:ext cx="8346900" cy="54186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91425" rIns="0" bIns="91425" anchor="t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620"/>
              <a:buFont typeface="Mulish Black"/>
              <a:buNone/>
            </a:pPr>
            <a:r>
              <a:rPr lang="ru-RU" sz="3420" dirty="0">
                <a:solidFill>
                  <a:schemeClr val="bg1"/>
                </a:solidFill>
                <a:latin typeface="Mulish Black"/>
                <a:ea typeface="Mulish Black"/>
                <a:cs typeface="Mulish Black"/>
                <a:sym typeface="Mulish Black"/>
              </a:rPr>
              <a:t>5. Практика - работаем с файлами</a:t>
            </a:r>
            <a:endParaRPr lang="en-US" sz="3420" dirty="0">
              <a:solidFill>
                <a:schemeClr val="bg1"/>
              </a:solidFill>
              <a:latin typeface="Mulish Black"/>
              <a:ea typeface="Mulish Black"/>
              <a:cs typeface="Mulish Black"/>
              <a:sym typeface="Mulish Black"/>
            </a:endParaRPr>
          </a:p>
        </p:txBody>
      </p:sp>
      <p:sp>
        <p:nvSpPr>
          <p:cNvPr id="3" name="Google Shape;153;g30f32ff6c42_0_5">
            <a:extLst>
              <a:ext uri="{FF2B5EF4-FFF2-40B4-BE49-F238E27FC236}">
                <a16:creationId xmlns:a16="http://schemas.microsoft.com/office/drawing/2014/main" id="{9024FDA7-47F1-9A33-4670-1C074EF69F1A}"/>
              </a:ext>
            </a:extLst>
          </p:cNvPr>
          <p:cNvSpPr/>
          <p:nvPr/>
        </p:nvSpPr>
        <p:spPr>
          <a:xfrm>
            <a:off x="320400" y="767644"/>
            <a:ext cx="8150700" cy="416083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 fontScale="92500" lnSpcReduction="20000"/>
          </a:bodyPr>
          <a:lstStyle/>
          <a:p>
            <a:pPr lvl="0">
              <a:lnSpc>
                <a:spcPct val="115000"/>
              </a:lnSpc>
              <a:buClr>
                <a:srgbClr val="333333"/>
              </a:buClr>
              <a:buSzPts val="1800"/>
            </a:pPr>
            <a:r>
              <a:rPr lang="ru-RU" sz="3000" dirty="0">
                <a:solidFill>
                  <a:schemeClr val="bg1"/>
                </a:solidFill>
                <a:latin typeface="Mulish SemiBold"/>
                <a:ea typeface="Mulish SemiBold"/>
                <a:cs typeface="Mulish SemiBold"/>
                <a:sym typeface="Mulish SemiBold"/>
              </a:rPr>
              <a:t>Кейс: Чтение и изменение содержимого.</a:t>
            </a:r>
          </a:p>
          <a:p>
            <a:pPr lvl="0">
              <a:lnSpc>
                <a:spcPct val="115000"/>
              </a:lnSpc>
              <a:buClr>
                <a:srgbClr val="333333"/>
              </a:buClr>
              <a:buSzPts val="1800"/>
            </a:pPr>
            <a:endParaRPr lang="ru-RU" sz="3000" dirty="0">
              <a:solidFill>
                <a:schemeClr val="bg1"/>
              </a:solidFill>
              <a:latin typeface="Mulish SemiBold"/>
              <a:ea typeface="Mulish SemiBold"/>
              <a:cs typeface="Mulish SemiBold"/>
              <a:sym typeface="Mulish SemiBold"/>
            </a:endParaRPr>
          </a:p>
          <a:p>
            <a:pPr lvl="0">
              <a:lnSpc>
                <a:spcPct val="115000"/>
              </a:lnSpc>
              <a:buClr>
                <a:srgbClr val="333333"/>
              </a:buClr>
              <a:buSzPts val="1800"/>
            </a:pPr>
            <a:r>
              <a:rPr lang="ru-RU" sz="3000" dirty="0">
                <a:solidFill>
                  <a:schemeClr val="bg1"/>
                </a:solidFill>
                <a:latin typeface="Mulish SemiBold"/>
                <a:ea typeface="Mulish SemiBold"/>
                <a:cs typeface="Mulish SemiBold"/>
                <a:sym typeface="Mulish SemiBold"/>
              </a:rPr>
              <a:t>Типичная задача в разработке - считать файл, изменить данные в памяти и сохранить результат обратно.</a:t>
            </a:r>
          </a:p>
          <a:p>
            <a:pPr lvl="0">
              <a:lnSpc>
                <a:spcPct val="115000"/>
              </a:lnSpc>
              <a:buClr>
                <a:srgbClr val="333333"/>
              </a:buClr>
              <a:buSzPts val="1800"/>
            </a:pPr>
            <a:endParaRPr lang="ru-RU" sz="3000" dirty="0">
              <a:solidFill>
                <a:schemeClr val="bg1"/>
              </a:solidFill>
              <a:latin typeface="Mulish SemiBold"/>
              <a:ea typeface="Mulish SemiBold"/>
              <a:cs typeface="Mulish SemiBold"/>
              <a:sym typeface="Mulish SemiBold"/>
            </a:endParaRPr>
          </a:p>
          <a:p>
            <a:pPr lvl="0">
              <a:lnSpc>
                <a:spcPct val="115000"/>
              </a:lnSpc>
              <a:buClr>
                <a:srgbClr val="333333"/>
              </a:buClr>
              <a:buSzPts val="1800"/>
            </a:pPr>
            <a:r>
              <a:rPr lang="ru-RU" sz="3000" dirty="0">
                <a:solidFill>
                  <a:schemeClr val="bg1"/>
                </a:solidFill>
                <a:latin typeface="Mulish SemiBold"/>
                <a:ea typeface="Mulish SemiBold"/>
                <a:cs typeface="Mulish SemiBold"/>
                <a:sym typeface="Mulish SemiBold"/>
              </a:rPr>
              <a:t>Сценарий: У нас есть файл counter.txt, где хранится число. Нам нужно увеличить его на 1.</a:t>
            </a:r>
          </a:p>
        </p:txBody>
      </p:sp>
      <p:pic>
        <p:nvPicPr>
          <p:cNvPr id="5" name="Google Shape;152;g30f32ff6c42_0_5">
            <a:extLst>
              <a:ext uri="{FF2B5EF4-FFF2-40B4-BE49-F238E27FC236}">
                <a16:creationId xmlns:a16="http://schemas.microsoft.com/office/drawing/2014/main" id="{782E473F-A543-C512-CAE6-7CA55D311256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 rot="-5400000">
            <a:off x="8167744" y="4110257"/>
            <a:ext cx="1474076" cy="162359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2834368247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7F61DD"/>
        </a:solidFill>
        <a:effectLst/>
      </p:bgPr>
    </p:bg>
    <p:spTree>
      <p:nvGrpSpPr>
        <p:cNvPr id="1" name="Shape 198">
          <a:extLst>
            <a:ext uri="{FF2B5EF4-FFF2-40B4-BE49-F238E27FC236}">
              <a16:creationId xmlns:a16="http://schemas.microsoft.com/office/drawing/2014/main" id="{856D811D-CBC8-7631-082E-4B20A4CE89F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153;g30f32ff6c42_0_5">
            <a:extLst>
              <a:ext uri="{FF2B5EF4-FFF2-40B4-BE49-F238E27FC236}">
                <a16:creationId xmlns:a16="http://schemas.microsoft.com/office/drawing/2014/main" id="{A8B6BF1E-2B03-3CEA-F55D-43ED583FFDD1}"/>
              </a:ext>
            </a:extLst>
          </p:cNvPr>
          <p:cNvSpPr/>
          <p:nvPr/>
        </p:nvSpPr>
        <p:spPr>
          <a:xfrm>
            <a:off x="320399" y="502276"/>
            <a:ext cx="8359961" cy="44261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lvl="0">
              <a:lnSpc>
                <a:spcPct val="115000"/>
              </a:lnSpc>
              <a:buClr>
                <a:srgbClr val="333333"/>
              </a:buClr>
              <a:buSzPts val="1800"/>
            </a:pPr>
            <a:endParaRPr sz="3000" b="0" i="0" u="none" strike="noStrike" cap="none" dirty="0">
              <a:solidFill>
                <a:srgbClr val="333333"/>
              </a:solidFill>
              <a:latin typeface="Mulish SemiBold"/>
              <a:ea typeface="Mulish SemiBold"/>
              <a:cs typeface="Mulish SemiBold"/>
              <a:sym typeface="Mulish SemiBold"/>
            </a:endParaRPr>
          </a:p>
        </p:txBody>
      </p:sp>
      <p:pic>
        <p:nvPicPr>
          <p:cNvPr id="5" name="Google Shape;152;g30f32ff6c42_0_5">
            <a:extLst>
              <a:ext uri="{FF2B5EF4-FFF2-40B4-BE49-F238E27FC236}">
                <a16:creationId xmlns:a16="http://schemas.microsoft.com/office/drawing/2014/main" id="{1E6B84E5-D3BA-FBE4-8FA1-DC374737155A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 rot="-5400000">
            <a:off x="8167744" y="4110257"/>
            <a:ext cx="1474076" cy="162359"/>
          </a:xfrm>
          <a:prstGeom prst="rect">
            <a:avLst/>
          </a:prstGeom>
          <a:noFill/>
          <a:ln>
            <a:noFill/>
          </a:ln>
        </p:spPr>
      </p:pic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AF11F157-FF19-0C11-E4AB-3AFB8D23AD5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63640" y="502276"/>
            <a:ext cx="8216719" cy="419871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73755997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7F61DD"/>
        </a:solidFill>
        <a:effectLst/>
      </p:bgPr>
    </p:bg>
    <p:spTree>
      <p:nvGrpSpPr>
        <p:cNvPr id="1" name="Shape 198">
          <a:extLst>
            <a:ext uri="{FF2B5EF4-FFF2-40B4-BE49-F238E27FC236}">
              <a16:creationId xmlns:a16="http://schemas.microsoft.com/office/drawing/2014/main" id="{3BBA0D79-C7C3-E615-1ECF-1EA76F3AA55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153;g30f32ff6c42_0_5">
            <a:extLst>
              <a:ext uri="{FF2B5EF4-FFF2-40B4-BE49-F238E27FC236}">
                <a16:creationId xmlns:a16="http://schemas.microsoft.com/office/drawing/2014/main" id="{45D7C0CC-512F-F06C-1F85-93BBFBBF6632}"/>
              </a:ext>
            </a:extLst>
          </p:cNvPr>
          <p:cNvSpPr/>
          <p:nvPr/>
        </p:nvSpPr>
        <p:spPr>
          <a:xfrm>
            <a:off x="320399" y="502276"/>
            <a:ext cx="8359961" cy="44261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 fontScale="77500" lnSpcReduction="20000"/>
          </a:bodyPr>
          <a:lstStyle/>
          <a:p>
            <a:pPr lvl="0" algn="ctr">
              <a:lnSpc>
                <a:spcPct val="115000"/>
              </a:lnSpc>
              <a:buClr>
                <a:srgbClr val="333333"/>
              </a:buClr>
              <a:buSzPts val="1800"/>
            </a:pPr>
            <a:r>
              <a:rPr lang="ru-RU" sz="3000" dirty="0">
                <a:solidFill>
                  <a:schemeClr val="bg1">
                    <a:lumMod val="95000"/>
                  </a:schemeClr>
                </a:solidFill>
                <a:latin typeface="Mulish SemiBold"/>
                <a:ea typeface="Mulish SemiBold"/>
                <a:cs typeface="Mulish SemiBold"/>
                <a:sym typeface="Mulish SemiBold"/>
              </a:rPr>
              <a:t>Типичные ошибки (</a:t>
            </a:r>
            <a:r>
              <a:rPr lang="ru-RU" sz="3000" dirty="0" err="1">
                <a:solidFill>
                  <a:schemeClr val="bg1">
                    <a:lumMod val="95000"/>
                  </a:schemeClr>
                </a:solidFill>
                <a:latin typeface="Mulish SemiBold"/>
                <a:ea typeface="Mulish SemiBold"/>
                <a:cs typeface="Mulish SemiBold"/>
                <a:sym typeface="Mulish SemiBold"/>
              </a:rPr>
              <a:t>Troubleshooting</a:t>
            </a:r>
            <a:r>
              <a:rPr lang="ru-RU" sz="3000" dirty="0">
                <a:solidFill>
                  <a:schemeClr val="bg1">
                    <a:lumMod val="95000"/>
                  </a:schemeClr>
                </a:solidFill>
                <a:latin typeface="Mulish SemiBold"/>
                <a:ea typeface="Mulish SemiBold"/>
                <a:cs typeface="Mulish SemiBold"/>
                <a:sym typeface="Mulish SemiBold"/>
              </a:rPr>
              <a:t>)</a:t>
            </a:r>
          </a:p>
          <a:p>
            <a:pPr lvl="0">
              <a:lnSpc>
                <a:spcPct val="115000"/>
              </a:lnSpc>
              <a:buClr>
                <a:srgbClr val="333333"/>
              </a:buClr>
              <a:buSzPts val="1800"/>
            </a:pPr>
            <a:endParaRPr lang="ru-RU" sz="3000" dirty="0">
              <a:solidFill>
                <a:schemeClr val="bg1">
                  <a:lumMod val="95000"/>
                </a:schemeClr>
              </a:solidFill>
              <a:latin typeface="Mulish SemiBold"/>
              <a:ea typeface="Mulish SemiBold"/>
              <a:cs typeface="Mulish SemiBold"/>
              <a:sym typeface="Mulish SemiBold"/>
            </a:endParaRPr>
          </a:p>
          <a:p>
            <a:pPr lvl="0">
              <a:lnSpc>
                <a:spcPct val="115000"/>
              </a:lnSpc>
              <a:buClr>
                <a:srgbClr val="333333"/>
              </a:buClr>
              <a:buSzPts val="1800"/>
            </a:pPr>
            <a:r>
              <a:rPr lang="ru-RU" sz="3000" dirty="0">
                <a:solidFill>
                  <a:schemeClr val="bg1">
                    <a:lumMod val="95000"/>
                  </a:schemeClr>
                </a:solidFill>
                <a:latin typeface="Mulish SemiBold"/>
                <a:ea typeface="Mulish SemiBold"/>
                <a:cs typeface="Mulish SemiBold"/>
                <a:sym typeface="Mulish SemiBold"/>
              </a:rPr>
              <a:t>Ошибка </a:t>
            </a:r>
            <a:r>
              <a:rPr lang="ru-RU" sz="3000" dirty="0">
                <a:solidFill>
                  <a:srgbClr val="FFFF00"/>
                </a:solidFill>
                <a:latin typeface="Mulish SemiBold"/>
                <a:ea typeface="Mulish SemiBold"/>
                <a:cs typeface="Mulish SemiBold"/>
                <a:sym typeface="Mulish SemiBold"/>
              </a:rPr>
              <a:t>ENOENT</a:t>
            </a:r>
            <a:r>
              <a:rPr lang="ru-RU" sz="3000" dirty="0">
                <a:solidFill>
                  <a:schemeClr val="bg1">
                    <a:lumMod val="95000"/>
                  </a:schemeClr>
                </a:solidFill>
                <a:latin typeface="Mulish SemiBold"/>
                <a:ea typeface="Mulish SemiBold"/>
                <a:cs typeface="Mulish SemiBold"/>
                <a:sym typeface="Mulish SemiBold"/>
              </a:rPr>
              <a:t> (</a:t>
            </a:r>
            <a:r>
              <a:rPr lang="ru-RU" sz="3000" dirty="0" err="1">
                <a:solidFill>
                  <a:schemeClr val="bg1">
                    <a:lumMod val="95000"/>
                  </a:schemeClr>
                </a:solidFill>
                <a:latin typeface="Mulish SemiBold"/>
                <a:ea typeface="Mulish SemiBold"/>
                <a:cs typeface="Mulish SemiBold"/>
                <a:sym typeface="Mulish SemiBold"/>
              </a:rPr>
              <a:t>Error</a:t>
            </a:r>
            <a:r>
              <a:rPr lang="ru-RU" sz="3000" dirty="0">
                <a:solidFill>
                  <a:schemeClr val="bg1">
                    <a:lumMod val="95000"/>
                  </a:schemeClr>
                </a:solidFill>
                <a:latin typeface="Mulish SemiBold"/>
                <a:ea typeface="Mulish SemiBold"/>
                <a:cs typeface="Mulish SemiBold"/>
                <a:sym typeface="Mulish SemiBold"/>
              </a:rPr>
              <a:t> NO </a:t>
            </a:r>
            <a:r>
              <a:rPr lang="ru-RU" sz="3000" dirty="0" err="1">
                <a:solidFill>
                  <a:schemeClr val="bg1">
                    <a:lumMod val="95000"/>
                  </a:schemeClr>
                </a:solidFill>
                <a:latin typeface="Mulish SemiBold"/>
                <a:ea typeface="Mulish SemiBold"/>
                <a:cs typeface="Mulish SemiBold"/>
                <a:sym typeface="Mulish SemiBold"/>
              </a:rPr>
              <a:t>ENTry</a:t>
            </a:r>
            <a:r>
              <a:rPr lang="ru-RU" sz="3000" dirty="0">
                <a:solidFill>
                  <a:schemeClr val="bg1">
                    <a:lumMod val="95000"/>
                  </a:schemeClr>
                </a:solidFill>
                <a:latin typeface="Mulish SemiBold"/>
                <a:ea typeface="Mulish SemiBold"/>
                <a:cs typeface="Mulish SemiBold"/>
                <a:sym typeface="Mulish SemiBold"/>
              </a:rPr>
              <a:t>)</a:t>
            </a:r>
          </a:p>
          <a:p>
            <a:pPr lvl="0">
              <a:lnSpc>
                <a:spcPct val="115000"/>
              </a:lnSpc>
              <a:buClr>
                <a:srgbClr val="333333"/>
              </a:buClr>
              <a:buSzPts val="1800"/>
            </a:pPr>
            <a:r>
              <a:rPr lang="ru-RU" sz="3000" dirty="0">
                <a:solidFill>
                  <a:schemeClr val="bg1">
                    <a:lumMod val="95000"/>
                  </a:schemeClr>
                </a:solidFill>
                <a:latin typeface="Mulish SemiBold"/>
                <a:ea typeface="Mulish SemiBold"/>
                <a:cs typeface="Mulish SemiBold"/>
                <a:sym typeface="Mulish SemiBold"/>
              </a:rPr>
              <a:t>Что значит: Файл или папка по указанному пути не найдены.</a:t>
            </a:r>
          </a:p>
          <a:p>
            <a:pPr lvl="0">
              <a:lnSpc>
                <a:spcPct val="115000"/>
              </a:lnSpc>
              <a:buClr>
                <a:srgbClr val="333333"/>
              </a:buClr>
              <a:buSzPts val="1800"/>
            </a:pPr>
            <a:endParaRPr lang="ru-RU" sz="3000" dirty="0">
              <a:solidFill>
                <a:schemeClr val="bg1">
                  <a:lumMod val="95000"/>
                </a:schemeClr>
              </a:solidFill>
              <a:latin typeface="Mulish SemiBold"/>
              <a:ea typeface="Mulish SemiBold"/>
              <a:cs typeface="Mulish SemiBold"/>
              <a:sym typeface="Mulish SemiBold"/>
            </a:endParaRPr>
          </a:p>
          <a:p>
            <a:pPr lvl="0">
              <a:lnSpc>
                <a:spcPct val="115000"/>
              </a:lnSpc>
              <a:buClr>
                <a:srgbClr val="333333"/>
              </a:buClr>
              <a:buSzPts val="1800"/>
            </a:pPr>
            <a:r>
              <a:rPr lang="ru-RU" sz="3000" dirty="0">
                <a:solidFill>
                  <a:schemeClr val="bg1">
                    <a:lumMod val="95000"/>
                  </a:schemeClr>
                </a:solidFill>
                <a:latin typeface="Mulish SemiBold"/>
                <a:ea typeface="Mulish SemiBold"/>
                <a:cs typeface="Mulish SemiBold"/>
                <a:sym typeface="Mulish SemiBold"/>
              </a:rPr>
              <a:t>Причина: Ошибка в названии файла или попытка записи в папку, которой не существует.</a:t>
            </a:r>
          </a:p>
          <a:p>
            <a:pPr lvl="0">
              <a:lnSpc>
                <a:spcPct val="115000"/>
              </a:lnSpc>
              <a:buClr>
                <a:srgbClr val="333333"/>
              </a:buClr>
              <a:buSzPts val="1800"/>
            </a:pPr>
            <a:endParaRPr lang="ru-RU" sz="3000" dirty="0">
              <a:solidFill>
                <a:schemeClr val="bg1">
                  <a:lumMod val="95000"/>
                </a:schemeClr>
              </a:solidFill>
              <a:latin typeface="Mulish SemiBold"/>
              <a:ea typeface="Mulish SemiBold"/>
              <a:cs typeface="Mulish SemiBold"/>
              <a:sym typeface="Mulish SemiBold"/>
            </a:endParaRPr>
          </a:p>
          <a:p>
            <a:pPr lvl="0">
              <a:lnSpc>
                <a:spcPct val="115000"/>
              </a:lnSpc>
              <a:buClr>
                <a:srgbClr val="333333"/>
              </a:buClr>
              <a:buSzPts val="1800"/>
            </a:pPr>
            <a:r>
              <a:rPr lang="ru-RU" sz="3000" dirty="0">
                <a:solidFill>
                  <a:schemeClr val="bg1">
                    <a:lumMod val="95000"/>
                  </a:schemeClr>
                </a:solidFill>
                <a:latin typeface="Mulish SemiBold"/>
                <a:ea typeface="Mulish SemiBold"/>
                <a:cs typeface="Mulish SemiBold"/>
                <a:sym typeface="Mulish SemiBold"/>
              </a:rPr>
              <a:t>Решение: Проверить путь через </a:t>
            </a:r>
            <a:r>
              <a:rPr lang="ru-RU" sz="3000" dirty="0">
                <a:solidFill>
                  <a:srgbClr val="FFFF00"/>
                </a:solidFill>
                <a:latin typeface="Mulish SemiBold"/>
                <a:ea typeface="Mulish SemiBold"/>
                <a:cs typeface="Mulish SemiBold"/>
                <a:sym typeface="Mulish SemiBold"/>
              </a:rPr>
              <a:t>console.log(</a:t>
            </a:r>
            <a:r>
              <a:rPr lang="ru-RU" sz="3000" dirty="0" err="1">
                <a:solidFill>
                  <a:srgbClr val="FFFF00"/>
                </a:solidFill>
                <a:latin typeface="Mulish SemiBold"/>
                <a:ea typeface="Mulish SemiBold"/>
                <a:cs typeface="Mulish SemiBold"/>
                <a:sym typeface="Mulish SemiBold"/>
              </a:rPr>
              <a:t>filePath</a:t>
            </a:r>
            <a:r>
              <a:rPr lang="ru-RU" sz="3000" dirty="0">
                <a:solidFill>
                  <a:srgbClr val="FFFF00"/>
                </a:solidFill>
                <a:latin typeface="Mulish SemiBold"/>
                <a:ea typeface="Mulish SemiBold"/>
                <a:cs typeface="Mulish SemiBold"/>
                <a:sym typeface="Mulish SemiBold"/>
              </a:rPr>
              <a:t>) </a:t>
            </a:r>
            <a:r>
              <a:rPr lang="ru-RU" sz="3000" dirty="0">
                <a:solidFill>
                  <a:schemeClr val="bg1">
                    <a:lumMod val="95000"/>
                  </a:schemeClr>
                </a:solidFill>
                <a:latin typeface="Mulish SemiBold"/>
                <a:ea typeface="Mulish SemiBold"/>
                <a:cs typeface="Mulish SemiBold"/>
                <a:sym typeface="Mulish SemiBold"/>
              </a:rPr>
              <a:t>и наличие родительских папок.</a:t>
            </a:r>
          </a:p>
          <a:p>
            <a:pPr lvl="0">
              <a:lnSpc>
                <a:spcPct val="115000"/>
              </a:lnSpc>
              <a:buClr>
                <a:srgbClr val="333333"/>
              </a:buClr>
              <a:buSzPts val="1800"/>
            </a:pPr>
            <a:endParaRPr lang="ru-RU" sz="3000" dirty="0">
              <a:solidFill>
                <a:schemeClr val="bg1">
                  <a:lumMod val="95000"/>
                </a:schemeClr>
              </a:solidFill>
              <a:latin typeface="Mulish SemiBold"/>
              <a:ea typeface="Mulish SemiBold"/>
              <a:cs typeface="Mulish SemiBold"/>
              <a:sym typeface="Mulish SemiBold"/>
            </a:endParaRPr>
          </a:p>
        </p:txBody>
      </p:sp>
      <p:pic>
        <p:nvPicPr>
          <p:cNvPr id="5" name="Google Shape;152;g30f32ff6c42_0_5">
            <a:extLst>
              <a:ext uri="{FF2B5EF4-FFF2-40B4-BE49-F238E27FC236}">
                <a16:creationId xmlns:a16="http://schemas.microsoft.com/office/drawing/2014/main" id="{B4DB5DA2-AA33-D48A-60B7-4F98875DE300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 rot="-5400000">
            <a:off x="8167744" y="4110257"/>
            <a:ext cx="1474076" cy="162359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2975056517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7F61DD"/>
        </a:solidFill>
        <a:effectLst/>
      </p:bgPr>
    </p:bg>
    <p:spTree>
      <p:nvGrpSpPr>
        <p:cNvPr id="1" name="Shape 198">
          <a:extLst>
            <a:ext uri="{FF2B5EF4-FFF2-40B4-BE49-F238E27FC236}">
              <a16:creationId xmlns:a16="http://schemas.microsoft.com/office/drawing/2014/main" id="{0DE2A361-53DF-CD4A-A31F-A76EA3A9EE1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153;g30f32ff6c42_0_5">
            <a:extLst>
              <a:ext uri="{FF2B5EF4-FFF2-40B4-BE49-F238E27FC236}">
                <a16:creationId xmlns:a16="http://schemas.microsoft.com/office/drawing/2014/main" id="{CEEEC245-2506-BF5B-411D-5AD6EC28B759}"/>
              </a:ext>
            </a:extLst>
          </p:cNvPr>
          <p:cNvSpPr/>
          <p:nvPr/>
        </p:nvSpPr>
        <p:spPr>
          <a:xfrm>
            <a:off x="320399" y="383822"/>
            <a:ext cx="8359961" cy="475967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 fontScale="85000" lnSpcReduction="20000"/>
          </a:bodyPr>
          <a:lstStyle/>
          <a:p>
            <a:pPr lvl="0">
              <a:lnSpc>
                <a:spcPct val="115000"/>
              </a:lnSpc>
              <a:buClr>
                <a:srgbClr val="333333"/>
              </a:buClr>
              <a:buSzPts val="1800"/>
            </a:pPr>
            <a:r>
              <a:rPr lang="ru-RU" sz="3000" dirty="0">
                <a:solidFill>
                  <a:schemeClr val="bg1">
                    <a:lumMod val="95000"/>
                  </a:schemeClr>
                </a:solidFill>
                <a:latin typeface="Mulish SemiBold"/>
                <a:ea typeface="Mulish SemiBold"/>
                <a:cs typeface="Mulish SemiBold"/>
                <a:sym typeface="Mulish SemiBold"/>
              </a:rPr>
              <a:t>Ошибка </a:t>
            </a:r>
            <a:r>
              <a:rPr lang="ru-RU" sz="3000" dirty="0">
                <a:solidFill>
                  <a:srgbClr val="FFFF00"/>
                </a:solidFill>
                <a:latin typeface="Mulish SemiBold"/>
                <a:ea typeface="Mulish SemiBold"/>
                <a:cs typeface="Mulish SemiBold"/>
                <a:sym typeface="Mulish SemiBold"/>
              </a:rPr>
              <a:t>EACCES / EPERM </a:t>
            </a:r>
            <a:r>
              <a:rPr lang="ru-RU" sz="3000" dirty="0">
                <a:solidFill>
                  <a:schemeClr val="bg1">
                    <a:lumMod val="95000"/>
                  </a:schemeClr>
                </a:solidFill>
                <a:latin typeface="Mulish SemiBold"/>
                <a:ea typeface="Mulish SemiBold"/>
                <a:cs typeface="Mulish SemiBold"/>
                <a:sym typeface="Mulish SemiBold"/>
              </a:rPr>
              <a:t>(</a:t>
            </a:r>
            <a:r>
              <a:rPr lang="ru-RU" sz="3000" dirty="0" err="1">
                <a:solidFill>
                  <a:schemeClr val="bg1">
                    <a:lumMod val="95000"/>
                  </a:schemeClr>
                </a:solidFill>
                <a:latin typeface="Mulish SemiBold"/>
                <a:ea typeface="Mulish SemiBold"/>
                <a:cs typeface="Mulish SemiBold"/>
                <a:sym typeface="Mulish SemiBold"/>
              </a:rPr>
              <a:t>Permission</a:t>
            </a:r>
            <a:r>
              <a:rPr lang="ru-RU" sz="3000" dirty="0">
                <a:solidFill>
                  <a:schemeClr val="bg1">
                    <a:lumMod val="95000"/>
                  </a:schemeClr>
                </a:solidFill>
                <a:latin typeface="Mulish SemiBold"/>
                <a:ea typeface="Mulish SemiBold"/>
                <a:cs typeface="Mulish SemiBold"/>
                <a:sym typeface="Mulish SemiBold"/>
              </a:rPr>
              <a:t> </a:t>
            </a:r>
            <a:r>
              <a:rPr lang="ru-RU" sz="3000" dirty="0" err="1">
                <a:solidFill>
                  <a:schemeClr val="bg1">
                    <a:lumMod val="95000"/>
                  </a:schemeClr>
                </a:solidFill>
                <a:latin typeface="Mulish SemiBold"/>
                <a:ea typeface="Mulish SemiBold"/>
                <a:cs typeface="Mulish SemiBold"/>
                <a:sym typeface="Mulish SemiBold"/>
              </a:rPr>
              <a:t>Denied</a:t>
            </a:r>
            <a:r>
              <a:rPr lang="ru-RU" sz="3000" dirty="0">
                <a:solidFill>
                  <a:schemeClr val="bg1">
                    <a:lumMod val="95000"/>
                  </a:schemeClr>
                </a:solidFill>
                <a:latin typeface="Mulish SemiBold"/>
                <a:ea typeface="Mulish SemiBold"/>
                <a:cs typeface="Mulish SemiBold"/>
                <a:sym typeface="Mulish SemiBold"/>
              </a:rPr>
              <a:t>)</a:t>
            </a:r>
          </a:p>
          <a:p>
            <a:pPr lvl="0">
              <a:lnSpc>
                <a:spcPct val="115000"/>
              </a:lnSpc>
              <a:buClr>
                <a:srgbClr val="333333"/>
              </a:buClr>
              <a:buSzPts val="1800"/>
            </a:pPr>
            <a:endParaRPr lang="ru-RU" sz="3000" dirty="0">
              <a:solidFill>
                <a:schemeClr val="bg1">
                  <a:lumMod val="95000"/>
                </a:schemeClr>
              </a:solidFill>
              <a:latin typeface="Mulish SemiBold"/>
              <a:ea typeface="Mulish SemiBold"/>
              <a:cs typeface="Mulish SemiBold"/>
              <a:sym typeface="Mulish SemiBold"/>
            </a:endParaRPr>
          </a:p>
          <a:p>
            <a:pPr lvl="0">
              <a:lnSpc>
                <a:spcPct val="115000"/>
              </a:lnSpc>
              <a:buClr>
                <a:srgbClr val="333333"/>
              </a:buClr>
              <a:buSzPts val="1800"/>
            </a:pPr>
            <a:r>
              <a:rPr lang="ru-RU" sz="3000" dirty="0">
                <a:solidFill>
                  <a:schemeClr val="bg1">
                    <a:lumMod val="95000"/>
                  </a:schemeClr>
                </a:solidFill>
                <a:latin typeface="Mulish SemiBold"/>
                <a:ea typeface="Mulish SemiBold"/>
                <a:cs typeface="Mulish SemiBold"/>
                <a:sym typeface="Mulish SemiBold"/>
              </a:rPr>
              <a:t>Что значит: Отказано в доступе.</a:t>
            </a:r>
          </a:p>
          <a:p>
            <a:pPr lvl="0">
              <a:lnSpc>
                <a:spcPct val="115000"/>
              </a:lnSpc>
              <a:buClr>
                <a:srgbClr val="333333"/>
              </a:buClr>
              <a:buSzPts val="1800"/>
            </a:pPr>
            <a:endParaRPr lang="ru-RU" sz="3000" dirty="0">
              <a:solidFill>
                <a:schemeClr val="bg1">
                  <a:lumMod val="95000"/>
                </a:schemeClr>
              </a:solidFill>
              <a:latin typeface="Mulish SemiBold"/>
              <a:ea typeface="Mulish SemiBold"/>
              <a:cs typeface="Mulish SemiBold"/>
              <a:sym typeface="Mulish SemiBold"/>
            </a:endParaRPr>
          </a:p>
          <a:p>
            <a:pPr lvl="0">
              <a:lnSpc>
                <a:spcPct val="115000"/>
              </a:lnSpc>
              <a:buClr>
                <a:srgbClr val="333333"/>
              </a:buClr>
              <a:buSzPts val="1800"/>
            </a:pPr>
            <a:r>
              <a:rPr lang="ru-RU" sz="3000" dirty="0">
                <a:solidFill>
                  <a:schemeClr val="bg1">
                    <a:lumMod val="95000"/>
                  </a:schemeClr>
                </a:solidFill>
                <a:latin typeface="Mulish SemiBold"/>
                <a:ea typeface="Mulish SemiBold"/>
                <a:cs typeface="Mulish SemiBold"/>
                <a:sym typeface="Mulish SemiBold"/>
              </a:rPr>
              <a:t>Причина: Попытка записи в системную папку (например, в корень диска C: или /</a:t>
            </a:r>
            <a:r>
              <a:rPr lang="ru-RU" sz="3000" dirty="0" err="1">
                <a:solidFill>
                  <a:schemeClr val="bg1">
                    <a:lumMod val="95000"/>
                  </a:schemeClr>
                </a:solidFill>
                <a:latin typeface="Mulish SemiBold"/>
                <a:ea typeface="Mulish SemiBold"/>
                <a:cs typeface="Mulish SemiBold"/>
                <a:sym typeface="Mulish SemiBold"/>
              </a:rPr>
              <a:t>root</a:t>
            </a:r>
            <a:r>
              <a:rPr lang="ru-RU" sz="3000" dirty="0">
                <a:solidFill>
                  <a:schemeClr val="bg1">
                    <a:lumMod val="95000"/>
                  </a:schemeClr>
                </a:solidFill>
                <a:latin typeface="Mulish SemiBold"/>
                <a:ea typeface="Mulish SemiBold"/>
                <a:cs typeface="Mulish SemiBold"/>
                <a:sym typeface="Mulish SemiBold"/>
              </a:rPr>
              <a:t>) или файл открыт другой программой в эксклюзивном режиме.</a:t>
            </a:r>
          </a:p>
          <a:p>
            <a:pPr lvl="0">
              <a:lnSpc>
                <a:spcPct val="115000"/>
              </a:lnSpc>
              <a:buClr>
                <a:srgbClr val="333333"/>
              </a:buClr>
              <a:buSzPts val="1800"/>
            </a:pPr>
            <a:endParaRPr lang="ru-RU" sz="3000" dirty="0">
              <a:solidFill>
                <a:schemeClr val="bg1">
                  <a:lumMod val="95000"/>
                </a:schemeClr>
              </a:solidFill>
              <a:latin typeface="Mulish SemiBold"/>
              <a:ea typeface="Mulish SemiBold"/>
              <a:cs typeface="Mulish SemiBold"/>
              <a:sym typeface="Mulish SemiBold"/>
            </a:endParaRPr>
          </a:p>
          <a:p>
            <a:pPr lvl="0">
              <a:lnSpc>
                <a:spcPct val="115000"/>
              </a:lnSpc>
              <a:buClr>
                <a:srgbClr val="333333"/>
              </a:buClr>
              <a:buSzPts val="1800"/>
            </a:pPr>
            <a:r>
              <a:rPr lang="ru-RU" sz="3000" dirty="0">
                <a:solidFill>
                  <a:schemeClr val="bg1">
                    <a:lumMod val="95000"/>
                  </a:schemeClr>
                </a:solidFill>
                <a:latin typeface="Mulish SemiBold"/>
                <a:ea typeface="Mulish SemiBold"/>
                <a:cs typeface="Mulish SemiBold"/>
                <a:sym typeface="Mulish SemiBold"/>
              </a:rPr>
              <a:t>Решение: Запустить редактор/терминал от имени администратора или проверить права доступа к папке.</a:t>
            </a:r>
            <a:endParaRPr lang="ru-RU" sz="3000" dirty="0">
              <a:solidFill>
                <a:srgbClr val="333333"/>
              </a:solidFill>
              <a:latin typeface="Mulish SemiBold"/>
              <a:ea typeface="Mulish SemiBold"/>
              <a:cs typeface="Mulish SemiBold"/>
              <a:sym typeface="Mulish SemiBold"/>
            </a:endParaRPr>
          </a:p>
        </p:txBody>
      </p:sp>
      <p:pic>
        <p:nvPicPr>
          <p:cNvPr id="5" name="Google Shape;152;g30f32ff6c42_0_5">
            <a:extLst>
              <a:ext uri="{FF2B5EF4-FFF2-40B4-BE49-F238E27FC236}">
                <a16:creationId xmlns:a16="http://schemas.microsoft.com/office/drawing/2014/main" id="{4D5FAAA2-D5E6-7DE3-B61A-1022732FA90E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 rot="-5400000">
            <a:off x="8167744" y="4110257"/>
            <a:ext cx="1474076" cy="162359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2399377793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7F61DD"/>
        </a:solidFill>
        <a:effectLst/>
      </p:bgPr>
    </p:bg>
    <p:spTree>
      <p:nvGrpSpPr>
        <p:cNvPr id="1" name="Shape 198">
          <a:extLst>
            <a:ext uri="{FF2B5EF4-FFF2-40B4-BE49-F238E27FC236}">
              <a16:creationId xmlns:a16="http://schemas.microsoft.com/office/drawing/2014/main" id="{4187B065-709E-878A-4E31-35FDF441CBF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153;g30f32ff6c42_0_5">
            <a:extLst>
              <a:ext uri="{FF2B5EF4-FFF2-40B4-BE49-F238E27FC236}">
                <a16:creationId xmlns:a16="http://schemas.microsoft.com/office/drawing/2014/main" id="{31ECCDD9-134C-B0B8-EFB7-08E15483C1CE}"/>
              </a:ext>
            </a:extLst>
          </p:cNvPr>
          <p:cNvSpPr/>
          <p:nvPr/>
        </p:nvSpPr>
        <p:spPr>
          <a:xfrm>
            <a:off x="320399" y="502276"/>
            <a:ext cx="8359961" cy="44261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 fontScale="92500" lnSpcReduction="20000"/>
          </a:bodyPr>
          <a:lstStyle/>
          <a:p>
            <a:pPr lvl="0">
              <a:lnSpc>
                <a:spcPct val="115000"/>
              </a:lnSpc>
              <a:buClr>
                <a:srgbClr val="333333"/>
              </a:buClr>
              <a:buSzPts val="1800"/>
            </a:pPr>
            <a:r>
              <a:rPr lang="ru-RU" sz="3000" dirty="0">
                <a:solidFill>
                  <a:schemeClr val="bg1">
                    <a:lumMod val="95000"/>
                  </a:schemeClr>
                </a:solidFill>
                <a:latin typeface="Mulish SemiBold"/>
                <a:ea typeface="Mulish SemiBold"/>
                <a:cs typeface="Mulish SemiBold"/>
                <a:sym typeface="Mulish SemiBold"/>
              </a:rPr>
              <a:t>Ошибка </a:t>
            </a:r>
            <a:r>
              <a:rPr lang="ru-RU" sz="3000" dirty="0">
                <a:solidFill>
                  <a:srgbClr val="FFFF00"/>
                </a:solidFill>
                <a:latin typeface="Mulish SemiBold"/>
                <a:ea typeface="Mulish SemiBold"/>
                <a:cs typeface="Mulish SemiBold"/>
                <a:sym typeface="Mulish SemiBold"/>
              </a:rPr>
              <a:t>EISDIR</a:t>
            </a:r>
            <a:r>
              <a:rPr lang="ru-RU" sz="3000" dirty="0">
                <a:solidFill>
                  <a:schemeClr val="bg1">
                    <a:lumMod val="95000"/>
                  </a:schemeClr>
                </a:solidFill>
                <a:latin typeface="Mulish SemiBold"/>
                <a:ea typeface="Mulish SemiBold"/>
                <a:cs typeface="Mulish SemiBold"/>
                <a:sym typeface="Mulish SemiBold"/>
              </a:rPr>
              <a:t> (</a:t>
            </a:r>
            <a:r>
              <a:rPr lang="ru-RU" sz="3000" dirty="0" err="1">
                <a:solidFill>
                  <a:schemeClr val="bg1">
                    <a:lumMod val="95000"/>
                  </a:schemeClr>
                </a:solidFill>
                <a:latin typeface="Mulish SemiBold"/>
                <a:ea typeface="Mulish SemiBold"/>
                <a:cs typeface="Mulish SemiBold"/>
                <a:sym typeface="Mulish SemiBold"/>
              </a:rPr>
              <a:t>Is</a:t>
            </a:r>
            <a:r>
              <a:rPr lang="ru-RU" sz="3000" dirty="0">
                <a:solidFill>
                  <a:schemeClr val="bg1">
                    <a:lumMod val="95000"/>
                  </a:schemeClr>
                </a:solidFill>
                <a:latin typeface="Mulish SemiBold"/>
                <a:ea typeface="Mulish SemiBold"/>
                <a:cs typeface="Mulish SemiBold"/>
                <a:sym typeface="Mulish SemiBold"/>
              </a:rPr>
              <a:t> a Directory)</a:t>
            </a:r>
          </a:p>
          <a:p>
            <a:pPr lvl="0">
              <a:lnSpc>
                <a:spcPct val="115000"/>
              </a:lnSpc>
              <a:buClr>
                <a:srgbClr val="333333"/>
              </a:buClr>
              <a:buSzPts val="1800"/>
            </a:pPr>
            <a:endParaRPr lang="ru-RU" sz="3000" dirty="0">
              <a:solidFill>
                <a:schemeClr val="bg1">
                  <a:lumMod val="95000"/>
                </a:schemeClr>
              </a:solidFill>
              <a:latin typeface="Mulish SemiBold"/>
              <a:ea typeface="Mulish SemiBold"/>
              <a:cs typeface="Mulish SemiBold"/>
              <a:sym typeface="Mulish SemiBold"/>
            </a:endParaRPr>
          </a:p>
          <a:p>
            <a:pPr lvl="0">
              <a:lnSpc>
                <a:spcPct val="115000"/>
              </a:lnSpc>
              <a:buClr>
                <a:srgbClr val="333333"/>
              </a:buClr>
              <a:buSzPts val="1800"/>
            </a:pPr>
            <a:r>
              <a:rPr lang="ru-RU" sz="3000" dirty="0">
                <a:solidFill>
                  <a:schemeClr val="bg1">
                    <a:lumMod val="95000"/>
                  </a:schemeClr>
                </a:solidFill>
                <a:latin typeface="Mulish SemiBold"/>
                <a:ea typeface="Mulish SemiBold"/>
                <a:cs typeface="Mulish SemiBold"/>
                <a:sym typeface="Mulish SemiBold"/>
              </a:rPr>
              <a:t>Что значит: Ожидался файл, но обнаружена директория.</a:t>
            </a:r>
          </a:p>
          <a:p>
            <a:pPr lvl="0">
              <a:lnSpc>
                <a:spcPct val="115000"/>
              </a:lnSpc>
              <a:buClr>
                <a:srgbClr val="333333"/>
              </a:buClr>
              <a:buSzPts val="1800"/>
            </a:pPr>
            <a:endParaRPr lang="ru-RU" sz="3000" dirty="0">
              <a:solidFill>
                <a:schemeClr val="bg1">
                  <a:lumMod val="95000"/>
                </a:schemeClr>
              </a:solidFill>
              <a:latin typeface="Mulish SemiBold"/>
              <a:ea typeface="Mulish SemiBold"/>
              <a:cs typeface="Mulish SemiBold"/>
              <a:sym typeface="Mulish SemiBold"/>
            </a:endParaRPr>
          </a:p>
          <a:p>
            <a:pPr lvl="0">
              <a:lnSpc>
                <a:spcPct val="115000"/>
              </a:lnSpc>
              <a:buClr>
                <a:srgbClr val="333333"/>
              </a:buClr>
              <a:buSzPts val="1800"/>
            </a:pPr>
            <a:r>
              <a:rPr lang="ru-RU" sz="3000" dirty="0">
                <a:solidFill>
                  <a:schemeClr val="bg1">
                    <a:lumMod val="95000"/>
                  </a:schemeClr>
                </a:solidFill>
                <a:latin typeface="Mulish SemiBold"/>
                <a:ea typeface="Mulish SemiBold"/>
                <a:cs typeface="Mulish SemiBold"/>
                <a:sym typeface="Mulish SemiBold"/>
              </a:rPr>
              <a:t>Причина: Вы вызвали </a:t>
            </a:r>
            <a:r>
              <a:rPr lang="ru-RU" sz="3000" dirty="0" err="1">
                <a:solidFill>
                  <a:srgbClr val="FFFF00"/>
                </a:solidFill>
                <a:latin typeface="Mulish SemiBold"/>
                <a:ea typeface="Mulish SemiBold"/>
                <a:cs typeface="Mulish SemiBold"/>
                <a:sym typeface="Mulish SemiBold"/>
              </a:rPr>
              <a:t>fs.readFileSync</a:t>
            </a:r>
            <a:r>
              <a:rPr lang="ru-RU" sz="3000" dirty="0">
                <a:solidFill>
                  <a:srgbClr val="FFFF00"/>
                </a:solidFill>
                <a:latin typeface="Mulish SemiBold"/>
                <a:ea typeface="Mulish SemiBold"/>
                <a:cs typeface="Mulish SemiBold"/>
                <a:sym typeface="Mulish SemiBold"/>
              </a:rPr>
              <a:t> </a:t>
            </a:r>
            <a:r>
              <a:rPr lang="ru-RU" sz="3000" dirty="0">
                <a:solidFill>
                  <a:schemeClr val="bg1">
                    <a:lumMod val="95000"/>
                  </a:schemeClr>
                </a:solidFill>
                <a:latin typeface="Mulish SemiBold"/>
                <a:ea typeface="Mulish SemiBold"/>
                <a:cs typeface="Mulish SemiBold"/>
                <a:sym typeface="Mulish SemiBold"/>
              </a:rPr>
              <a:t>на путь, который является папкой.</a:t>
            </a:r>
          </a:p>
          <a:p>
            <a:pPr lvl="0">
              <a:lnSpc>
                <a:spcPct val="115000"/>
              </a:lnSpc>
              <a:buClr>
                <a:srgbClr val="333333"/>
              </a:buClr>
              <a:buSzPts val="1800"/>
            </a:pPr>
            <a:endParaRPr lang="ru-RU" sz="3000" dirty="0">
              <a:solidFill>
                <a:schemeClr val="bg1">
                  <a:lumMod val="95000"/>
                </a:schemeClr>
              </a:solidFill>
              <a:latin typeface="Mulish SemiBold"/>
              <a:ea typeface="Mulish SemiBold"/>
              <a:cs typeface="Mulish SemiBold"/>
              <a:sym typeface="Mulish SemiBold"/>
            </a:endParaRPr>
          </a:p>
          <a:p>
            <a:pPr lvl="0">
              <a:lnSpc>
                <a:spcPct val="115000"/>
              </a:lnSpc>
              <a:buClr>
                <a:srgbClr val="333333"/>
              </a:buClr>
              <a:buSzPts val="1800"/>
            </a:pPr>
            <a:r>
              <a:rPr lang="ru-RU" sz="3000" dirty="0">
                <a:solidFill>
                  <a:schemeClr val="bg1">
                    <a:lumMod val="95000"/>
                  </a:schemeClr>
                </a:solidFill>
                <a:latin typeface="Mulish SemiBold"/>
                <a:ea typeface="Mulish SemiBold"/>
                <a:cs typeface="Mulish SemiBold"/>
                <a:sym typeface="Mulish SemiBold"/>
              </a:rPr>
              <a:t>Решение: Уточнить путь, добавив имя конкретного файла.</a:t>
            </a:r>
            <a:endParaRPr sz="3000" b="0" i="0" u="none" strike="noStrike" cap="none" dirty="0">
              <a:solidFill>
                <a:srgbClr val="333333"/>
              </a:solidFill>
              <a:latin typeface="Mulish SemiBold"/>
              <a:ea typeface="Mulish SemiBold"/>
              <a:cs typeface="Mulish SemiBold"/>
              <a:sym typeface="Mulish SemiBold"/>
            </a:endParaRPr>
          </a:p>
        </p:txBody>
      </p:sp>
      <p:pic>
        <p:nvPicPr>
          <p:cNvPr id="5" name="Google Shape;152;g30f32ff6c42_0_5">
            <a:extLst>
              <a:ext uri="{FF2B5EF4-FFF2-40B4-BE49-F238E27FC236}">
                <a16:creationId xmlns:a16="http://schemas.microsoft.com/office/drawing/2014/main" id="{E3ECB381-6A5B-8780-98F8-1B01EEC0F237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 rot="-5400000">
            <a:off x="8167744" y="4110257"/>
            <a:ext cx="1474076" cy="162359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2940162007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7F61DD"/>
        </a:solidFill>
        <a:effectLst/>
      </p:bgPr>
    </p:bg>
    <p:spTree>
      <p:nvGrpSpPr>
        <p:cNvPr id="1" name="Shape 198">
          <a:extLst>
            <a:ext uri="{FF2B5EF4-FFF2-40B4-BE49-F238E27FC236}">
              <a16:creationId xmlns:a16="http://schemas.microsoft.com/office/drawing/2014/main" id="{3E686CC1-C296-A402-7F70-1AE361F6346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153;g30f32ff6c42_0_5">
            <a:extLst>
              <a:ext uri="{FF2B5EF4-FFF2-40B4-BE49-F238E27FC236}">
                <a16:creationId xmlns:a16="http://schemas.microsoft.com/office/drawing/2014/main" id="{7407738E-80CC-4FE1-65A6-4972FE693C2F}"/>
              </a:ext>
            </a:extLst>
          </p:cNvPr>
          <p:cNvSpPr/>
          <p:nvPr/>
        </p:nvSpPr>
        <p:spPr>
          <a:xfrm>
            <a:off x="320399" y="502276"/>
            <a:ext cx="8359961" cy="44261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 fontScale="85000" lnSpcReduction="10000"/>
          </a:bodyPr>
          <a:lstStyle/>
          <a:p>
            <a:pPr lvl="0">
              <a:lnSpc>
                <a:spcPct val="115000"/>
              </a:lnSpc>
              <a:buClr>
                <a:srgbClr val="333333"/>
              </a:buClr>
              <a:buSzPts val="1800"/>
            </a:pPr>
            <a:r>
              <a:rPr lang="ru-RU" sz="3000" dirty="0">
                <a:solidFill>
                  <a:schemeClr val="bg1">
                    <a:lumMod val="95000"/>
                  </a:schemeClr>
                </a:solidFill>
                <a:latin typeface="Mulish SemiBold"/>
                <a:ea typeface="Mulish SemiBold"/>
                <a:cs typeface="Mulish SemiBold"/>
                <a:sym typeface="Mulish SemiBold"/>
              </a:rPr>
              <a:t>Проблема </a:t>
            </a:r>
            <a:r>
              <a:rPr lang="ru-RU" sz="3000" dirty="0">
                <a:solidFill>
                  <a:srgbClr val="FFFF00"/>
                </a:solidFill>
                <a:latin typeface="Mulish SemiBold"/>
                <a:ea typeface="Mulish SemiBold"/>
                <a:cs typeface="Mulish SemiBold"/>
                <a:sym typeface="Mulish SemiBold"/>
              </a:rPr>
              <a:t>[</a:t>
            </a:r>
            <a:r>
              <a:rPr lang="ru-RU" sz="3000" dirty="0" err="1">
                <a:solidFill>
                  <a:srgbClr val="FFFF00"/>
                </a:solidFill>
                <a:latin typeface="Mulish SemiBold"/>
                <a:ea typeface="Mulish SemiBold"/>
                <a:cs typeface="Mulish SemiBold"/>
                <a:sym typeface="Mulish SemiBold"/>
              </a:rPr>
              <a:t>object</a:t>
            </a:r>
            <a:r>
              <a:rPr lang="ru-RU" sz="3000" dirty="0">
                <a:solidFill>
                  <a:srgbClr val="FFFF00"/>
                </a:solidFill>
                <a:latin typeface="Mulish SemiBold"/>
                <a:ea typeface="Mulish SemiBold"/>
                <a:cs typeface="Mulish SemiBold"/>
                <a:sym typeface="Mulish SemiBold"/>
              </a:rPr>
              <a:t> Object] </a:t>
            </a:r>
            <a:r>
              <a:rPr lang="ru-RU" sz="3000" dirty="0">
                <a:solidFill>
                  <a:schemeClr val="bg1">
                    <a:lumMod val="95000"/>
                  </a:schemeClr>
                </a:solidFill>
                <a:latin typeface="Mulish SemiBold"/>
                <a:ea typeface="Mulish SemiBold"/>
                <a:cs typeface="Mulish SemiBold"/>
                <a:sym typeface="Mulish SemiBold"/>
              </a:rPr>
              <a:t>в файле</a:t>
            </a:r>
          </a:p>
          <a:p>
            <a:pPr lvl="0">
              <a:lnSpc>
                <a:spcPct val="115000"/>
              </a:lnSpc>
              <a:buClr>
                <a:srgbClr val="333333"/>
              </a:buClr>
              <a:buSzPts val="1800"/>
            </a:pPr>
            <a:endParaRPr lang="ru-RU" sz="3000" dirty="0">
              <a:solidFill>
                <a:schemeClr val="bg1">
                  <a:lumMod val="95000"/>
                </a:schemeClr>
              </a:solidFill>
              <a:latin typeface="Mulish SemiBold"/>
              <a:ea typeface="Mulish SemiBold"/>
              <a:cs typeface="Mulish SemiBold"/>
              <a:sym typeface="Mulish SemiBold"/>
            </a:endParaRPr>
          </a:p>
          <a:p>
            <a:pPr lvl="0">
              <a:lnSpc>
                <a:spcPct val="115000"/>
              </a:lnSpc>
              <a:buClr>
                <a:srgbClr val="333333"/>
              </a:buClr>
              <a:buSzPts val="1800"/>
            </a:pPr>
            <a:r>
              <a:rPr lang="ru-RU" sz="3000" dirty="0">
                <a:solidFill>
                  <a:schemeClr val="bg1">
                    <a:lumMod val="95000"/>
                  </a:schemeClr>
                </a:solidFill>
                <a:latin typeface="Mulish SemiBold"/>
                <a:ea typeface="Mulish SemiBold"/>
                <a:cs typeface="Mulish SemiBold"/>
                <a:sym typeface="Mulish SemiBold"/>
              </a:rPr>
              <a:t>Что значит: Логическая ошибка разработчика.</a:t>
            </a:r>
          </a:p>
          <a:p>
            <a:pPr lvl="0">
              <a:lnSpc>
                <a:spcPct val="115000"/>
              </a:lnSpc>
              <a:buClr>
                <a:srgbClr val="333333"/>
              </a:buClr>
              <a:buSzPts val="1800"/>
            </a:pPr>
            <a:endParaRPr lang="ru-RU" sz="3000" dirty="0">
              <a:solidFill>
                <a:schemeClr val="bg1">
                  <a:lumMod val="95000"/>
                </a:schemeClr>
              </a:solidFill>
              <a:latin typeface="Mulish SemiBold"/>
              <a:ea typeface="Mulish SemiBold"/>
              <a:cs typeface="Mulish SemiBold"/>
              <a:sym typeface="Mulish SemiBold"/>
            </a:endParaRPr>
          </a:p>
          <a:p>
            <a:pPr lvl="0">
              <a:lnSpc>
                <a:spcPct val="115000"/>
              </a:lnSpc>
              <a:buClr>
                <a:srgbClr val="333333"/>
              </a:buClr>
              <a:buSzPts val="1800"/>
            </a:pPr>
            <a:r>
              <a:rPr lang="ru-RU" sz="3000" dirty="0">
                <a:solidFill>
                  <a:schemeClr val="bg1">
                    <a:lumMod val="95000"/>
                  </a:schemeClr>
                </a:solidFill>
                <a:latin typeface="Mulish SemiBold"/>
                <a:ea typeface="Mulish SemiBold"/>
                <a:cs typeface="Mulish SemiBold"/>
                <a:sym typeface="Mulish SemiBold"/>
              </a:rPr>
              <a:t>Причина: Попытка записать массив или объект напрямую в </a:t>
            </a:r>
            <a:r>
              <a:rPr lang="ru-RU" sz="3000" dirty="0" err="1">
                <a:solidFill>
                  <a:srgbClr val="FFFF00"/>
                </a:solidFill>
                <a:latin typeface="Mulish SemiBold"/>
                <a:ea typeface="Mulish SemiBold"/>
                <a:cs typeface="Mulish SemiBold"/>
                <a:sym typeface="Mulish SemiBold"/>
              </a:rPr>
              <a:t>writeFileSync</a:t>
            </a:r>
            <a:r>
              <a:rPr lang="ru-RU" sz="3000" dirty="0">
                <a:solidFill>
                  <a:schemeClr val="bg1">
                    <a:lumMod val="95000"/>
                  </a:schemeClr>
                </a:solidFill>
                <a:latin typeface="Mulish SemiBold"/>
                <a:ea typeface="Mulish SemiBold"/>
                <a:cs typeface="Mulish SemiBold"/>
                <a:sym typeface="Mulish SemiBold"/>
              </a:rPr>
              <a:t> без конвертации.</a:t>
            </a:r>
          </a:p>
          <a:p>
            <a:pPr lvl="0">
              <a:lnSpc>
                <a:spcPct val="115000"/>
              </a:lnSpc>
              <a:buClr>
                <a:srgbClr val="333333"/>
              </a:buClr>
              <a:buSzPts val="1800"/>
            </a:pPr>
            <a:endParaRPr lang="ru-RU" sz="3000" dirty="0">
              <a:solidFill>
                <a:schemeClr val="bg1">
                  <a:lumMod val="95000"/>
                </a:schemeClr>
              </a:solidFill>
              <a:latin typeface="Mulish SemiBold"/>
              <a:ea typeface="Mulish SemiBold"/>
              <a:cs typeface="Mulish SemiBold"/>
              <a:sym typeface="Mulish SemiBold"/>
            </a:endParaRPr>
          </a:p>
          <a:p>
            <a:pPr lvl="0">
              <a:lnSpc>
                <a:spcPct val="115000"/>
              </a:lnSpc>
              <a:buClr>
                <a:srgbClr val="333333"/>
              </a:buClr>
              <a:buSzPts val="1800"/>
            </a:pPr>
            <a:r>
              <a:rPr lang="ru-RU" sz="3000" dirty="0">
                <a:solidFill>
                  <a:schemeClr val="bg1">
                    <a:lumMod val="95000"/>
                  </a:schemeClr>
                </a:solidFill>
                <a:latin typeface="Mulish SemiBold"/>
                <a:ea typeface="Mulish SemiBold"/>
                <a:cs typeface="Mulish SemiBold"/>
                <a:sym typeface="Mulish SemiBold"/>
              </a:rPr>
              <a:t>Решение: Всегда использовать </a:t>
            </a:r>
            <a:r>
              <a:rPr lang="ru-RU" sz="3000" dirty="0" err="1">
                <a:solidFill>
                  <a:srgbClr val="FFFF00"/>
                </a:solidFill>
                <a:latin typeface="Mulish SemiBold"/>
                <a:ea typeface="Mulish SemiBold"/>
                <a:cs typeface="Mulish SemiBold"/>
                <a:sym typeface="Mulish SemiBold"/>
              </a:rPr>
              <a:t>JSON.stringify</a:t>
            </a:r>
            <a:r>
              <a:rPr lang="ru-RU" sz="3000" dirty="0">
                <a:solidFill>
                  <a:srgbClr val="FFFF00"/>
                </a:solidFill>
                <a:latin typeface="Mulish SemiBold"/>
                <a:ea typeface="Mulish SemiBold"/>
                <a:cs typeface="Mulish SemiBold"/>
                <a:sym typeface="Mulish SemiBold"/>
              </a:rPr>
              <a:t>(</a:t>
            </a:r>
            <a:r>
              <a:rPr lang="ru-RU" sz="3000" dirty="0" err="1">
                <a:solidFill>
                  <a:srgbClr val="FFFF00"/>
                </a:solidFill>
                <a:latin typeface="Mulish SemiBold"/>
                <a:ea typeface="Mulish SemiBold"/>
                <a:cs typeface="Mulish SemiBold"/>
                <a:sym typeface="Mulish SemiBold"/>
              </a:rPr>
              <a:t>data</a:t>
            </a:r>
            <a:r>
              <a:rPr lang="ru-RU" sz="3000" dirty="0">
                <a:solidFill>
                  <a:srgbClr val="FFFF00"/>
                </a:solidFill>
                <a:latin typeface="Mulish SemiBold"/>
                <a:ea typeface="Mulish SemiBold"/>
                <a:cs typeface="Mulish SemiBold"/>
                <a:sym typeface="Mulish SemiBold"/>
              </a:rPr>
              <a:t>) </a:t>
            </a:r>
            <a:r>
              <a:rPr lang="ru-RU" sz="3000" dirty="0">
                <a:solidFill>
                  <a:schemeClr val="bg1">
                    <a:lumMod val="95000"/>
                  </a:schemeClr>
                </a:solidFill>
                <a:latin typeface="Mulish SemiBold"/>
                <a:ea typeface="Mulish SemiBold"/>
                <a:cs typeface="Mulish SemiBold"/>
                <a:sym typeface="Mulish SemiBold"/>
              </a:rPr>
              <a:t>перед записью структур данных.</a:t>
            </a:r>
            <a:endParaRPr sz="3000" b="0" i="0" u="none" strike="noStrike" cap="none" dirty="0">
              <a:solidFill>
                <a:srgbClr val="333333"/>
              </a:solidFill>
              <a:latin typeface="Mulish SemiBold"/>
              <a:ea typeface="Mulish SemiBold"/>
              <a:cs typeface="Mulish SemiBold"/>
              <a:sym typeface="Mulish SemiBold"/>
            </a:endParaRPr>
          </a:p>
        </p:txBody>
      </p:sp>
      <p:pic>
        <p:nvPicPr>
          <p:cNvPr id="5" name="Google Shape;152;g30f32ff6c42_0_5">
            <a:extLst>
              <a:ext uri="{FF2B5EF4-FFF2-40B4-BE49-F238E27FC236}">
                <a16:creationId xmlns:a16="http://schemas.microsoft.com/office/drawing/2014/main" id="{2898E324-DE12-667C-243F-9431D5A394B0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 rot="-5400000">
            <a:off x="8167744" y="4110257"/>
            <a:ext cx="1474076" cy="162359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4253484558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7F61DD"/>
        </a:solidFill>
        <a:effectLst/>
      </p:bgPr>
    </p:bg>
    <p:spTree>
      <p:nvGrpSpPr>
        <p:cNvPr id="1" name="Shape 198">
          <a:extLst>
            <a:ext uri="{FF2B5EF4-FFF2-40B4-BE49-F238E27FC236}">
              <a16:creationId xmlns:a16="http://schemas.microsoft.com/office/drawing/2014/main" id="{48B8B4CC-4262-3D85-11EE-5688A9EBB86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153;g30f32ff6c42_0_5">
            <a:extLst>
              <a:ext uri="{FF2B5EF4-FFF2-40B4-BE49-F238E27FC236}">
                <a16:creationId xmlns:a16="http://schemas.microsoft.com/office/drawing/2014/main" id="{3F1499F1-8090-C7E9-3290-61C533AE7AA4}"/>
              </a:ext>
            </a:extLst>
          </p:cNvPr>
          <p:cNvSpPr/>
          <p:nvPr/>
        </p:nvSpPr>
        <p:spPr>
          <a:xfrm>
            <a:off x="320399" y="502276"/>
            <a:ext cx="8359961" cy="44261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 fontScale="77500" lnSpcReduction="20000"/>
          </a:bodyPr>
          <a:lstStyle/>
          <a:p>
            <a:pPr lvl="0">
              <a:lnSpc>
                <a:spcPct val="115000"/>
              </a:lnSpc>
              <a:buClr>
                <a:srgbClr val="333333"/>
              </a:buClr>
              <a:buSzPts val="1800"/>
            </a:pPr>
            <a:r>
              <a:rPr lang="ru-RU" sz="3000" dirty="0">
                <a:solidFill>
                  <a:schemeClr val="bg1">
                    <a:lumMod val="95000"/>
                  </a:schemeClr>
                </a:solidFill>
                <a:latin typeface="Mulish SemiBold"/>
                <a:ea typeface="Mulish SemiBold"/>
                <a:cs typeface="Mulish SemiBold"/>
                <a:sym typeface="Mulish SemiBold"/>
              </a:rPr>
              <a:t>Золотые правила "Выживания":</a:t>
            </a:r>
          </a:p>
          <a:p>
            <a:pPr marL="457200" lvl="0" indent="-457200">
              <a:lnSpc>
                <a:spcPct val="115000"/>
              </a:lnSpc>
              <a:buClr>
                <a:srgbClr val="333333"/>
              </a:buClr>
              <a:buSzPts val="1800"/>
              <a:buFont typeface="Arial" panose="020B0604020202020204" pitchFamily="34" charset="0"/>
              <a:buChar char="•"/>
            </a:pPr>
            <a:r>
              <a:rPr lang="ru-RU" sz="3000" dirty="0">
                <a:solidFill>
                  <a:schemeClr val="bg1">
                    <a:lumMod val="95000"/>
                  </a:schemeClr>
                </a:solidFill>
                <a:latin typeface="Mulish SemiBold"/>
                <a:ea typeface="Mulish SemiBold"/>
                <a:cs typeface="Mulish SemiBold"/>
                <a:sym typeface="Mulish SemiBold"/>
              </a:rPr>
              <a:t>Всегда </a:t>
            </a:r>
            <a:r>
              <a:rPr lang="ru-RU" sz="3000" dirty="0" err="1">
                <a:solidFill>
                  <a:schemeClr val="bg1">
                    <a:lumMod val="95000"/>
                  </a:schemeClr>
                </a:solidFill>
                <a:latin typeface="Mulish SemiBold"/>
                <a:ea typeface="Mulish SemiBold"/>
                <a:cs typeface="Mulish SemiBold"/>
                <a:sym typeface="Mulish SemiBold"/>
              </a:rPr>
              <a:t>try</a:t>
            </a:r>
            <a:r>
              <a:rPr lang="ru-RU" sz="3000" dirty="0">
                <a:solidFill>
                  <a:schemeClr val="bg1">
                    <a:lumMod val="95000"/>
                  </a:schemeClr>
                </a:solidFill>
                <a:latin typeface="Mulish SemiBold"/>
                <a:ea typeface="Mulish SemiBold"/>
                <a:cs typeface="Mulish SemiBold"/>
                <a:sym typeface="Mulish SemiBold"/>
              </a:rPr>
              <a:t>...</a:t>
            </a:r>
            <a:r>
              <a:rPr lang="ru-RU" sz="3000" dirty="0" err="1">
                <a:solidFill>
                  <a:schemeClr val="bg1">
                    <a:lumMod val="95000"/>
                  </a:schemeClr>
                </a:solidFill>
                <a:latin typeface="Mulish SemiBold"/>
                <a:ea typeface="Mulish SemiBold"/>
                <a:cs typeface="Mulish SemiBold"/>
                <a:sym typeface="Mulish SemiBold"/>
              </a:rPr>
              <a:t>catch</a:t>
            </a:r>
            <a:r>
              <a:rPr lang="ru-RU" sz="3000" dirty="0">
                <a:solidFill>
                  <a:schemeClr val="bg1">
                    <a:lumMod val="95000"/>
                  </a:schemeClr>
                </a:solidFill>
                <a:latin typeface="Mulish SemiBold"/>
                <a:ea typeface="Mulish SemiBold"/>
                <a:cs typeface="Mulish SemiBold"/>
                <a:sym typeface="Mulish SemiBold"/>
              </a:rPr>
              <a:t>: Синхронные методы «убивают» весь процесс при любой ошибке. Без блока </a:t>
            </a:r>
            <a:r>
              <a:rPr lang="ru-RU" sz="3000" dirty="0" err="1">
                <a:solidFill>
                  <a:schemeClr val="bg1">
                    <a:lumMod val="95000"/>
                  </a:schemeClr>
                </a:solidFill>
                <a:latin typeface="Mulish SemiBold"/>
                <a:ea typeface="Mulish SemiBold"/>
                <a:cs typeface="Mulish SemiBold"/>
                <a:sym typeface="Mulish SemiBold"/>
              </a:rPr>
              <a:t>try</a:t>
            </a:r>
            <a:r>
              <a:rPr lang="ru-RU" sz="3000" dirty="0">
                <a:solidFill>
                  <a:schemeClr val="bg1">
                    <a:lumMod val="95000"/>
                  </a:schemeClr>
                </a:solidFill>
                <a:latin typeface="Mulish SemiBold"/>
                <a:ea typeface="Mulish SemiBold"/>
                <a:cs typeface="Mulish SemiBold"/>
                <a:sym typeface="Mulish SemiBold"/>
              </a:rPr>
              <a:t>...</a:t>
            </a:r>
            <a:r>
              <a:rPr lang="ru-RU" sz="3000" dirty="0" err="1">
                <a:solidFill>
                  <a:schemeClr val="bg1">
                    <a:lumMod val="95000"/>
                  </a:schemeClr>
                </a:solidFill>
                <a:latin typeface="Mulish SemiBold"/>
                <a:ea typeface="Mulish SemiBold"/>
                <a:cs typeface="Mulish SemiBold"/>
                <a:sym typeface="Mulish SemiBold"/>
              </a:rPr>
              <a:t>catch</a:t>
            </a:r>
            <a:r>
              <a:rPr lang="ru-RU" sz="3000" dirty="0">
                <a:solidFill>
                  <a:schemeClr val="bg1">
                    <a:lumMod val="95000"/>
                  </a:schemeClr>
                </a:solidFill>
                <a:latin typeface="Mulish SemiBold"/>
                <a:ea typeface="Mulish SemiBold"/>
                <a:cs typeface="Mulish SemiBold"/>
                <a:sym typeface="Mulish SemiBold"/>
              </a:rPr>
              <a:t> ваше приложение упадет даже из-за опечатки в имени файла.</a:t>
            </a:r>
          </a:p>
          <a:p>
            <a:pPr marL="457200" lvl="0" indent="-457200">
              <a:lnSpc>
                <a:spcPct val="115000"/>
              </a:lnSpc>
              <a:buClr>
                <a:srgbClr val="333333"/>
              </a:buClr>
              <a:buSzPts val="1800"/>
              <a:buFont typeface="Arial" panose="020B0604020202020204" pitchFamily="34" charset="0"/>
              <a:buChar char="•"/>
            </a:pPr>
            <a:r>
              <a:rPr lang="ru-RU" sz="3000" dirty="0">
                <a:solidFill>
                  <a:schemeClr val="bg1">
                    <a:lumMod val="95000"/>
                  </a:schemeClr>
                </a:solidFill>
                <a:latin typeface="Mulish SemiBold"/>
                <a:ea typeface="Mulish SemiBold"/>
                <a:cs typeface="Mulish SemiBold"/>
                <a:sym typeface="Mulish SemiBold"/>
              </a:rPr>
              <a:t>Проверка перед действием: Перед тем как читать файл или удалять его, используйте </a:t>
            </a:r>
            <a:r>
              <a:rPr lang="ru-RU" sz="3000" dirty="0" err="1">
                <a:solidFill>
                  <a:schemeClr val="bg1">
                    <a:lumMod val="95000"/>
                  </a:schemeClr>
                </a:solidFill>
                <a:latin typeface="Mulish SemiBold"/>
                <a:ea typeface="Mulish SemiBold"/>
                <a:cs typeface="Mulish SemiBold"/>
                <a:sym typeface="Mulish SemiBold"/>
              </a:rPr>
              <a:t>fs.existsSync</a:t>
            </a:r>
            <a:r>
              <a:rPr lang="ru-RU" sz="3000" dirty="0">
                <a:solidFill>
                  <a:schemeClr val="bg1">
                    <a:lumMod val="95000"/>
                  </a:schemeClr>
                </a:solidFill>
                <a:latin typeface="Mulish SemiBold"/>
                <a:ea typeface="Mulish SemiBold"/>
                <a:cs typeface="Mulish SemiBold"/>
                <a:sym typeface="Mulish SemiBold"/>
              </a:rPr>
              <a:t>(). Это предотвратит 90% фатальных ошибок.</a:t>
            </a:r>
          </a:p>
          <a:p>
            <a:pPr marL="457200" lvl="0" indent="-457200">
              <a:lnSpc>
                <a:spcPct val="115000"/>
              </a:lnSpc>
              <a:buClr>
                <a:srgbClr val="333333"/>
              </a:buClr>
              <a:buSzPts val="1800"/>
              <a:buFont typeface="Arial" panose="020B0604020202020204" pitchFamily="34" charset="0"/>
              <a:buChar char="•"/>
            </a:pPr>
            <a:r>
              <a:rPr lang="ru-RU" sz="3000" dirty="0" err="1">
                <a:solidFill>
                  <a:schemeClr val="bg1">
                    <a:lumMod val="95000"/>
                  </a:schemeClr>
                </a:solidFill>
                <a:latin typeface="Mulish SemiBold"/>
                <a:ea typeface="Mulish SemiBold"/>
                <a:cs typeface="Mulish SemiBold"/>
                <a:sym typeface="Mulish SemiBold"/>
              </a:rPr>
              <a:t>Логируйте</a:t>
            </a:r>
            <a:r>
              <a:rPr lang="ru-RU" sz="3000" dirty="0">
                <a:solidFill>
                  <a:schemeClr val="bg1">
                    <a:lumMod val="95000"/>
                  </a:schemeClr>
                </a:solidFill>
                <a:latin typeface="Mulish SemiBold"/>
                <a:ea typeface="Mulish SemiBold"/>
                <a:cs typeface="Mulish SemiBold"/>
                <a:sym typeface="Mulish SemiBold"/>
              </a:rPr>
              <a:t> пути: Если что-то не работает, первым делом выведите в консоль полный путь, созданный через </a:t>
            </a:r>
            <a:r>
              <a:rPr lang="ru-RU" sz="3000" dirty="0" err="1">
                <a:solidFill>
                  <a:schemeClr val="bg1">
                    <a:lumMod val="95000"/>
                  </a:schemeClr>
                </a:solidFill>
                <a:latin typeface="Mulish SemiBold"/>
                <a:ea typeface="Mulish SemiBold"/>
                <a:cs typeface="Mulish SemiBold"/>
                <a:sym typeface="Mulish SemiBold"/>
              </a:rPr>
              <a:t>path.join</a:t>
            </a:r>
            <a:r>
              <a:rPr lang="ru-RU" sz="3000" dirty="0">
                <a:solidFill>
                  <a:schemeClr val="bg1">
                    <a:lumMod val="95000"/>
                  </a:schemeClr>
                </a:solidFill>
                <a:latin typeface="Mulish SemiBold"/>
                <a:ea typeface="Mulish SemiBold"/>
                <a:cs typeface="Mulish SemiBold"/>
                <a:sym typeface="Mulish SemiBold"/>
              </a:rPr>
              <a:t>(__</a:t>
            </a:r>
            <a:r>
              <a:rPr lang="ru-RU" sz="3000" dirty="0" err="1">
                <a:solidFill>
                  <a:schemeClr val="bg1">
                    <a:lumMod val="95000"/>
                  </a:schemeClr>
                </a:solidFill>
                <a:latin typeface="Mulish SemiBold"/>
                <a:ea typeface="Mulish SemiBold"/>
                <a:cs typeface="Mulish SemiBold"/>
                <a:sym typeface="Mulish SemiBold"/>
              </a:rPr>
              <a:t>dirname</a:t>
            </a:r>
            <a:r>
              <a:rPr lang="ru-RU" sz="3000" dirty="0">
                <a:solidFill>
                  <a:schemeClr val="bg1">
                    <a:lumMod val="95000"/>
                  </a:schemeClr>
                </a:solidFill>
                <a:latin typeface="Mulish SemiBold"/>
                <a:ea typeface="Mulish SemiBold"/>
                <a:cs typeface="Mulish SemiBold"/>
                <a:sym typeface="Mulish SemiBold"/>
              </a:rPr>
              <a:t>, ...). В 8 из 10 случаев проблема в лишнем или недостающем слеше.</a:t>
            </a:r>
          </a:p>
        </p:txBody>
      </p:sp>
      <p:pic>
        <p:nvPicPr>
          <p:cNvPr id="5" name="Google Shape;152;g30f32ff6c42_0_5">
            <a:extLst>
              <a:ext uri="{FF2B5EF4-FFF2-40B4-BE49-F238E27FC236}">
                <a16:creationId xmlns:a16="http://schemas.microsoft.com/office/drawing/2014/main" id="{62957C62-83A9-6253-4EC6-574E06616B5E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 rot="-5400000">
            <a:off x="8167744" y="4110257"/>
            <a:ext cx="1474076" cy="162359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458550059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7F61DD"/>
        </a:solidFill>
        <a:effectLst/>
      </p:bgPr>
    </p:bg>
    <p:spTree>
      <p:nvGrpSpPr>
        <p:cNvPr id="1" name="Shape 198">
          <a:extLst>
            <a:ext uri="{FF2B5EF4-FFF2-40B4-BE49-F238E27FC236}">
              <a16:creationId xmlns:a16="http://schemas.microsoft.com/office/drawing/2014/main" id="{AB918257-D960-F485-39AA-47F01460AC5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oogle Shape;149;g30f32ff6c42_0_5">
            <a:extLst>
              <a:ext uri="{FF2B5EF4-FFF2-40B4-BE49-F238E27FC236}">
                <a16:creationId xmlns:a16="http://schemas.microsoft.com/office/drawing/2014/main" id="{68BA4A1D-E9F4-DF0F-E076-E2010C17CFF9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398525" y="135467"/>
            <a:ext cx="8346900" cy="54186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91425" rIns="0" bIns="91425" anchor="t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620"/>
              <a:buFont typeface="Mulish Black"/>
              <a:buNone/>
            </a:pPr>
            <a:r>
              <a:rPr lang="ru-RU" sz="3420" dirty="0">
                <a:solidFill>
                  <a:schemeClr val="bg1"/>
                </a:solidFill>
                <a:latin typeface="Mulish Black"/>
                <a:ea typeface="Mulish Black"/>
                <a:cs typeface="Mulish Black"/>
                <a:sym typeface="Mulish Black"/>
              </a:rPr>
              <a:t>Выводы:</a:t>
            </a:r>
            <a:endParaRPr lang="en-US" sz="3420" dirty="0">
              <a:solidFill>
                <a:schemeClr val="bg1"/>
              </a:solidFill>
              <a:latin typeface="Mulish Black"/>
              <a:ea typeface="Mulish Black"/>
              <a:cs typeface="Mulish Black"/>
              <a:sym typeface="Mulish Black"/>
            </a:endParaRPr>
          </a:p>
        </p:txBody>
      </p:sp>
      <p:sp>
        <p:nvSpPr>
          <p:cNvPr id="3" name="Google Shape;153;g30f32ff6c42_0_5">
            <a:extLst>
              <a:ext uri="{FF2B5EF4-FFF2-40B4-BE49-F238E27FC236}">
                <a16:creationId xmlns:a16="http://schemas.microsoft.com/office/drawing/2014/main" id="{DA303F16-3741-7719-20A4-870099976258}"/>
              </a:ext>
            </a:extLst>
          </p:cNvPr>
          <p:cNvSpPr/>
          <p:nvPr/>
        </p:nvSpPr>
        <p:spPr>
          <a:xfrm>
            <a:off x="320400" y="767644"/>
            <a:ext cx="8150700" cy="424038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 fontScale="62500" lnSpcReduction="20000"/>
          </a:bodyPr>
          <a:lstStyle/>
          <a:p>
            <a:pPr marL="457200" lvl="0" indent="-457200">
              <a:lnSpc>
                <a:spcPct val="115000"/>
              </a:lnSpc>
              <a:buClr>
                <a:srgbClr val="333333"/>
              </a:buClr>
              <a:buSzPts val="1800"/>
              <a:buFont typeface="Arial" panose="020B0604020202020204" pitchFamily="34" charset="0"/>
              <a:buChar char="•"/>
            </a:pPr>
            <a:r>
              <a:rPr lang="ru-RU" sz="3200" dirty="0">
                <a:solidFill>
                  <a:schemeClr val="bg1">
                    <a:lumMod val="95000"/>
                  </a:schemeClr>
                </a:solidFill>
                <a:latin typeface="Mulish SemiBold"/>
                <a:sym typeface="Mulish SemiBold"/>
              </a:rPr>
              <a:t>Модуль </a:t>
            </a:r>
            <a:r>
              <a:rPr lang="ru-RU" sz="3200" dirty="0" err="1">
                <a:solidFill>
                  <a:schemeClr val="bg1">
                    <a:lumMod val="95000"/>
                  </a:schemeClr>
                </a:solidFill>
                <a:latin typeface="Mulish SemiBold"/>
                <a:sym typeface="Mulish SemiBold"/>
              </a:rPr>
              <a:t>fs</a:t>
            </a:r>
            <a:r>
              <a:rPr lang="ru-RU" sz="3200" dirty="0">
                <a:solidFill>
                  <a:schemeClr val="bg1">
                    <a:lumMod val="95000"/>
                  </a:schemeClr>
                </a:solidFill>
                <a:latin typeface="Mulish SemiBold"/>
                <a:sym typeface="Mulish SemiBold"/>
              </a:rPr>
              <a:t> - это «ворота» к файловой системе сервера. Без него Node.js ограничен только оперативной памятью.</a:t>
            </a:r>
          </a:p>
          <a:p>
            <a:pPr marL="457200" lvl="0" indent="-457200">
              <a:lnSpc>
                <a:spcPct val="115000"/>
              </a:lnSpc>
              <a:buClr>
                <a:srgbClr val="333333"/>
              </a:buClr>
              <a:buSzPts val="1800"/>
              <a:buFont typeface="Arial" panose="020B0604020202020204" pitchFamily="34" charset="0"/>
              <a:buChar char="•"/>
            </a:pPr>
            <a:r>
              <a:rPr lang="ru-RU" sz="3200" dirty="0">
                <a:solidFill>
                  <a:schemeClr val="bg1">
                    <a:lumMod val="95000"/>
                  </a:schemeClr>
                </a:solidFill>
                <a:latin typeface="Mulish SemiBold"/>
                <a:sym typeface="Mulish SemiBold"/>
              </a:rPr>
              <a:t>Синхронность = Блокировка. Методы с суффиксом *</a:t>
            </a:r>
            <a:r>
              <a:rPr lang="ru-RU" sz="3200" dirty="0" err="1">
                <a:solidFill>
                  <a:schemeClr val="bg1">
                    <a:lumMod val="95000"/>
                  </a:schemeClr>
                </a:solidFill>
                <a:latin typeface="Mulish SemiBold"/>
                <a:sym typeface="Mulish SemiBold"/>
              </a:rPr>
              <a:t>Sync</a:t>
            </a:r>
            <a:r>
              <a:rPr lang="ru-RU" sz="3200" dirty="0">
                <a:solidFill>
                  <a:schemeClr val="bg1">
                    <a:lumMod val="95000"/>
                  </a:schemeClr>
                </a:solidFill>
                <a:latin typeface="Mulish SemiBold"/>
                <a:sym typeface="Mulish SemiBold"/>
              </a:rPr>
              <a:t> останавливают выполнение всего скрипта.</a:t>
            </a:r>
          </a:p>
          <a:p>
            <a:pPr marL="457200" lvl="0" indent="-457200">
              <a:lnSpc>
                <a:spcPct val="115000"/>
              </a:lnSpc>
              <a:buClr>
                <a:srgbClr val="333333"/>
              </a:buClr>
              <a:buSzPts val="1800"/>
              <a:buFont typeface="Arial" panose="020B0604020202020204" pitchFamily="34" charset="0"/>
              <a:buChar char="•"/>
            </a:pPr>
            <a:r>
              <a:rPr lang="ru-RU" sz="3200" dirty="0">
                <a:solidFill>
                  <a:schemeClr val="bg1">
                    <a:lumMod val="95000"/>
                  </a:schemeClr>
                </a:solidFill>
                <a:latin typeface="Mulish SemiBold"/>
                <a:sym typeface="Mulish SemiBold"/>
              </a:rPr>
              <a:t>Абсолютные пути - это стандарт. Использование </a:t>
            </a:r>
            <a:r>
              <a:rPr lang="ru-RU" sz="3200" dirty="0" err="1">
                <a:solidFill>
                  <a:schemeClr val="bg1">
                    <a:lumMod val="95000"/>
                  </a:schemeClr>
                </a:solidFill>
                <a:latin typeface="Mulish SemiBold"/>
                <a:sym typeface="Mulish SemiBold"/>
              </a:rPr>
              <a:t>path.join</a:t>
            </a:r>
            <a:r>
              <a:rPr lang="ru-RU" sz="3200" dirty="0">
                <a:solidFill>
                  <a:schemeClr val="bg1">
                    <a:lumMod val="95000"/>
                  </a:schemeClr>
                </a:solidFill>
                <a:latin typeface="Mulish SemiBold"/>
                <a:sym typeface="Mulish SemiBold"/>
              </a:rPr>
              <a:t>(__</a:t>
            </a:r>
            <a:r>
              <a:rPr lang="ru-RU" sz="3200" dirty="0" err="1">
                <a:solidFill>
                  <a:schemeClr val="bg1">
                    <a:lumMod val="95000"/>
                  </a:schemeClr>
                </a:solidFill>
                <a:latin typeface="Mulish SemiBold"/>
                <a:sym typeface="Mulish SemiBold"/>
              </a:rPr>
              <a:t>dirname</a:t>
            </a:r>
            <a:r>
              <a:rPr lang="ru-RU" sz="3200" dirty="0">
                <a:solidFill>
                  <a:schemeClr val="bg1">
                    <a:lumMod val="95000"/>
                  </a:schemeClr>
                </a:solidFill>
                <a:latin typeface="Mulish SemiBold"/>
                <a:sym typeface="Mulish SemiBold"/>
              </a:rPr>
              <a:t>, 'file.txt') гарантирует, что ваш код запустится на любой ОС и из любой рабочей директории.</a:t>
            </a:r>
          </a:p>
          <a:p>
            <a:pPr marL="457200" lvl="0" indent="-457200">
              <a:lnSpc>
                <a:spcPct val="115000"/>
              </a:lnSpc>
              <a:buClr>
                <a:srgbClr val="333333"/>
              </a:buClr>
              <a:buSzPts val="1800"/>
              <a:buFont typeface="Arial" panose="020B0604020202020204" pitchFamily="34" charset="0"/>
              <a:buChar char="•"/>
            </a:pPr>
            <a:r>
              <a:rPr lang="ru-RU" sz="3200" dirty="0">
                <a:solidFill>
                  <a:schemeClr val="bg1">
                    <a:lumMod val="95000"/>
                  </a:schemeClr>
                </a:solidFill>
                <a:latin typeface="Mulish SemiBold"/>
                <a:sym typeface="Mulish SemiBold"/>
              </a:rPr>
              <a:t>Кодировка имеет значение.</a:t>
            </a:r>
          </a:p>
          <a:p>
            <a:pPr marL="457200" lvl="0" indent="-457200">
              <a:lnSpc>
                <a:spcPct val="115000"/>
              </a:lnSpc>
              <a:buClr>
                <a:srgbClr val="333333"/>
              </a:buClr>
              <a:buSzPts val="1800"/>
              <a:buFont typeface="Arial" panose="020B0604020202020204" pitchFamily="34" charset="0"/>
              <a:buChar char="•"/>
            </a:pPr>
            <a:r>
              <a:rPr lang="ru-RU" sz="3200" dirty="0">
                <a:solidFill>
                  <a:schemeClr val="bg1">
                    <a:lumMod val="95000"/>
                  </a:schemeClr>
                </a:solidFill>
                <a:latin typeface="Mulish SemiBold"/>
                <a:sym typeface="Mulish SemiBold"/>
              </a:rPr>
              <a:t>Безопасность через </a:t>
            </a:r>
            <a:r>
              <a:rPr lang="ru-RU" sz="3200" dirty="0" err="1">
                <a:solidFill>
                  <a:schemeClr val="bg1">
                    <a:lumMod val="95000"/>
                  </a:schemeClr>
                </a:solidFill>
                <a:latin typeface="Mulish SemiBold"/>
                <a:sym typeface="Mulish SemiBold"/>
              </a:rPr>
              <a:t>try</a:t>
            </a:r>
            <a:r>
              <a:rPr lang="ru-RU" sz="3200" dirty="0">
                <a:solidFill>
                  <a:schemeClr val="bg1">
                    <a:lumMod val="95000"/>
                  </a:schemeClr>
                </a:solidFill>
                <a:latin typeface="Mulish SemiBold"/>
                <a:sym typeface="Mulish SemiBold"/>
              </a:rPr>
              <a:t>...</a:t>
            </a:r>
            <a:r>
              <a:rPr lang="ru-RU" sz="3200" dirty="0" err="1">
                <a:solidFill>
                  <a:schemeClr val="bg1">
                    <a:lumMod val="95000"/>
                  </a:schemeClr>
                </a:solidFill>
                <a:latin typeface="Mulish SemiBold"/>
                <a:sym typeface="Mulish SemiBold"/>
              </a:rPr>
              <a:t>catch</a:t>
            </a:r>
            <a:r>
              <a:rPr lang="ru-RU" sz="3200" dirty="0">
                <a:solidFill>
                  <a:schemeClr val="bg1">
                    <a:lumMod val="95000"/>
                  </a:schemeClr>
                </a:solidFill>
                <a:latin typeface="Mulish SemiBold"/>
                <a:sym typeface="Mulish SemiBold"/>
              </a:rPr>
              <a:t>..</a:t>
            </a:r>
          </a:p>
          <a:p>
            <a:pPr marL="457200" lvl="0" indent="-457200">
              <a:lnSpc>
                <a:spcPct val="115000"/>
              </a:lnSpc>
              <a:buClr>
                <a:srgbClr val="333333"/>
              </a:buClr>
              <a:buSzPts val="1800"/>
              <a:buFont typeface="Arial" panose="020B0604020202020204" pitchFamily="34" charset="0"/>
              <a:buChar char="•"/>
            </a:pPr>
            <a:r>
              <a:rPr lang="ru-RU" sz="3200" dirty="0">
                <a:solidFill>
                  <a:schemeClr val="bg1">
                    <a:lumMod val="95000"/>
                  </a:schemeClr>
                </a:solidFill>
                <a:latin typeface="Mulish SemiBold"/>
                <a:sym typeface="Mulish SemiBold"/>
              </a:rPr>
              <a:t>Флаги - гибкость записи. По умолчанию файлы перезаписываются ('w'), но флаг 'a' (</a:t>
            </a:r>
            <a:r>
              <a:rPr lang="ru-RU" sz="3200" dirty="0" err="1">
                <a:solidFill>
                  <a:schemeClr val="bg1">
                    <a:lumMod val="95000"/>
                  </a:schemeClr>
                </a:solidFill>
                <a:latin typeface="Mulish SemiBold"/>
                <a:sym typeface="Mulish SemiBold"/>
              </a:rPr>
              <a:t>append</a:t>
            </a:r>
            <a:r>
              <a:rPr lang="ru-RU" sz="3200" dirty="0">
                <a:solidFill>
                  <a:schemeClr val="bg1">
                    <a:lumMod val="95000"/>
                  </a:schemeClr>
                </a:solidFill>
                <a:latin typeface="Mulish SemiBold"/>
                <a:sym typeface="Mulish SemiBold"/>
              </a:rPr>
              <a:t>) превращает запись в дополнение, что критично для логов.</a:t>
            </a:r>
          </a:p>
        </p:txBody>
      </p:sp>
      <p:pic>
        <p:nvPicPr>
          <p:cNvPr id="5" name="Google Shape;152;g30f32ff6c42_0_5">
            <a:extLst>
              <a:ext uri="{FF2B5EF4-FFF2-40B4-BE49-F238E27FC236}">
                <a16:creationId xmlns:a16="http://schemas.microsoft.com/office/drawing/2014/main" id="{E02F7304-C881-F198-3F7F-481E5DA0B007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 rot="-5400000">
            <a:off x="8167744" y="4110257"/>
            <a:ext cx="1474076" cy="162359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1384845633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7F61DD"/>
        </a:solidFill>
        <a:effectLst/>
      </p:bgPr>
    </p:bg>
    <p:spTree>
      <p:nvGrpSpPr>
        <p:cNvPr id="1" name="Shape 198">
          <a:extLst>
            <a:ext uri="{FF2B5EF4-FFF2-40B4-BE49-F238E27FC236}">
              <a16:creationId xmlns:a16="http://schemas.microsoft.com/office/drawing/2014/main" id="{45F55314-7898-4958-9480-F8FB4A58451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oogle Shape;149;g30f32ff6c42_0_5">
            <a:extLst>
              <a:ext uri="{FF2B5EF4-FFF2-40B4-BE49-F238E27FC236}">
                <a16:creationId xmlns:a16="http://schemas.microsoft.com/office/drawing/2014/main" id="{A63BED38-91CA-D9D6-6121-BF988F7C532B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398525" y="215026"/>
            <a:ext cx="8346900" cy="6607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91425" rIns="0" bIns="91425" anchor="t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620"/>
              <a:buFont typeface="Mulish Black"/>
              <a:buNone/>
            </a:pPr>
            <a:r>
              <a:rPr lang="ru-RU" sz="3420" dirty="0">
                <a:solidFill>
                  <a:schemeClr val="bg1"/>
                </a:solidFill>
                <a:latin typeface="Mulish Black"/>
                <a:ea typeface="Mulish Black"/>
                <a:cs typeface="Mulish Black"/>
                <a:sym typeface="Mulish Black"/>
              </a:rPr>
              <a:t>Контрольные вопросы</a:t>
            </a:r>
            <a:endParaRPr lang="en-US" sz="3420" dirty="0">
              <a:solidFill>
                <a:schemeClr val="bg1"/>
              </a:solidFill>
              <a:latin typeface="Mulish Black"/>
              <a:ea typeface="Mulish Black"/>
              <a:cs typeface="Mulish Black"/>
              <a:sym typeface="Mulish Black"/>
            </a:endParaRPr>
          </a:p>
        </p:txBody>
      </p:sp>
      <p:sp>
        <p:nvSpPr>
          <p:cNvPr id="3" name="Google Shape;153;g30f32ff6c42_0_5">
            <a:extLst>
              <a:ext uri="{FF2B5EF4-FFF2-40B4-BE49-F238E27FC236}">
                <a16:creationId xmlns:a16="http://schemas.microsoft.com/office/drawing/2014/main" id="{66682A93-D9C7-FBAA-14FF-26E9049451E6}"/>
              </a:ext>
            </a:extLst>
          </p:cNvPr>
          <p:cNvSpPr/>
          <p:nvPr/>
        </p:nvSpPr>
        <p:spPr>
          <a:xfrm>
            <a:off x="320400" y="978794"/>
            <a:ext cx="8150700" cy="394968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 fontScale="55000" lnSpcReduction="20000"/>
          </a:bodyPr>
          <a:lstStyle/>
          <a:p>
            <a:pPr marL="514350" lvl="0" indent="-514350">
              <a:lnSpc>
                <a:spcPct val="115000"/>
              </a:lnSpc>
              <a:buClr>
                <a:srgbClr val="333333"/>
              </a:buClr>
              <a:buSzPts val="1800"/>
              <a:buFont typeface="+mj-lt"/>
              <a:buAutoNum type="arabicPeriod"/>
            </a:pPr>
            <a:r>
              <a:rPr lang="ru-RU" sz="3000" dirty="0">
                <a:solidFill>
                  <a:schemeClr val="bg1"/>
                </a:solidFill>
                <a:latin typeface="Mulish SemiBold"/>
                <a:ea typeface="Mulish SemiBold"/>
                <a:cs typeface="Mulish SemiBold"/>
                <a:sym typeface="Mulish SemiBold"/>
              </a:rPr>
              <a:t>В чем главная опасность использования </a:t>
            </a:r>
            <a:r>
              <a:rPr lang="ru-RU" sz="3000" dirty="0" err="1">
                <a:solidFill>
                  <a:schemeClr val="bg1"/>
                </a:solidFill>
                <a:latin typeface="Mulish SemiBold"/>
                <a:ea typeface="Mulish SemiBold"/>
                <a:cs typeface="Mulish SemiBold"/>
                <a:sym typeface="Mulish SemiBold"/>
              </a:rPr>
              <a:t>fs.readFileSync</a:t>
            </a:r>
            <a:r>
              <a:rPr lang="ru-RU" sz="3000" dirty="0">
                <a:solidFill>
                  <a:schemeClr val="bg1"/>
                </a:solidFill>
                <a:latin typeface="Mulish SemiBold"/>
                <a:ea typeface="Mulish SemiBold"/>
                <a:cs typeface="Mulish SemiBold"/>
                <a:sym typeface="Mulish SemiBold"/>
              </a:rPr>
              <a:t> в коде веб-сервера, который обрабатывает сотни запросов в секунду?</a:t>
            </a:r>
          </a:p>
          <a:p>
            <a:pPr marL="514350" lvl="0" indent="-514350">
              <a:lnSpc>
                <a:spcPct val="115000"/>
              </a:lnSpc>
              <a:buClr>
                <a:srgbClr val="333333"/>
              </a:buClr>
              <a:buSzPts val="1800"/>
              <a:buFont typeface="+mj-lt"/>
              <a:buAutoNum type="arabicPeriod"/>
            </a:pPr>
            <a:r>
              <a:rPr lang="ru-RU" sz="3000" dirty="0">
                <a:solidFill>
                  <a:schemeClr val="bg1"/>
                </a:solidFill>
                <a:latin typeface="Mulish SemiBold"/>
                <a:ea typeface="Mulish SemiBold"/>
                <a:cs typeface="Mulish SemiBold"/>
                <a:sym typeface="Mulish SemiBold"/>
              </a:rPr>
              <a:t>Зачем нам нужен модуль </a:t>
            </a:r>
            <a:r>
              <a:rPr lang="ru-RU" sz="3000" dirty="0" err="1">
                <a:solidFill>
                  <a:schemeClr val="bg1"/>
                </a:solidFill>
                <a:latin typeface="Mulish SemiBold"/>
                <a:ea typeface="Mulish SemiBold"/>
                <a:cs typeface="Mulish SemiBold"/>
                <a:sym typeface="Mulish SemiBold"/>
              </a:rPr>
              <a:t>path</a:t>
            </a:r>
            <a:r>
              <a:rPr lang="ru-RU" sz="3000" dirty="0">
                <a:solidFill>
                  <a:schemeClr val="bg1"/>
                </a:solidFill>
                <a:latin typeface="Mulish SemiBold"/>
                <a:ea typeface="Mulish SemiBold"/>
                <a:cs typeface="Mulish SemiBold"/>
                <a:sym typeface="Mulish SemiBold"/>
              </a:rPr>
              <a:t> и метод </a:t>
            </a:r>
            <a:r>
              <a:rPr lang="ru-RU" sz="3000" dirty="0" err="1">
                <a:solidFill>
                  <a:schemeClr val="bg1"/>
                </a:solidFill>
                <a:latin typeface="Mulish SemiBold"/>
                <a:ea typeface="Mulish SemiBold"/>
                <a:cs typeface="Mulish SemiBold"/>
                <a:sym typeface="Mulish SemiBold"/>
              </a:rPr>
              <a:t>path.join</a:t>
            </a:r>
            <a:r>
              <a:rPr lang="ru-RU" sz="3000" dirty="0">
                <a:solidFill>
                  <a:schemeClr val="bg1"/>
                </a:solidFill>
                <a:latin typeface="Mulish SemiBold"/>
                <a:ea typeface="Mulish SemiBold"/>
                <a:cs typeface="Mulish SemiBold"/>
                <a:sym typeface="Mulish SemiBold"/>
              </a:rPr>
              <a:t>(), если можно просто написать './</a:t>
            </a:r>
            <a:r>
              <a:rPr lang="ru-RU" sz="3000" dirty="0" err="1">
                <a:solidFill>
                  <a:schemeClr val="bg1"/>
                </a:solidFill>
                <a:latin typeface="Mulish SemiBold"/>
                <a:ea typeface="Mulish SemiBold"/>
                <a:cs typeface="Mulish SemiBold"/>
                <a:sym typeface="Mulish SemiBold"/>
              </a:rPr>
              <a:t>data</a:t>
            </a:r>
            <a:r>
              <a:rPr lang="ru-RU" sz="3000" dirty="0">
                <a:solidFill>
                  <a:schemeClr val="bg1"/>
                </a:solidFill>
                <a:latin typeface="Mulish SemiBold"/>
                <a:ea typeface="Mulish SemiBold"/>
                <a:cs typeface="Mulish SemiBold"/>
                <a:sym typeface="Mulish SemiBold"/>
              </a:rPr>
              <a:t>/file.txt'?</a:t>
            </a:r>
          </a:p>
          <a:p>
            <a:pPr marL="514350" lvl="0" indent="-514350">
              <a:lnSpc>
                <a:spcPct val="115000"/>
              </a:lnSpc>
              <a:buClr>
                <a:srgbClr val="333333"/>
              </a:buClr>
              <a:buSzPts val="1800"/>
              <a:buFont typeface="+mj-lt"/>
              <a:buAutoNum type="arabicPeriod"/>
            </a:pPr>
            <a:r>
              <a:rPr lang="ru-RU" sz="3000" dirty="0">
                <a:solidFill>
                  <a:schemeClr val="bg1"/>
                </a:solidFill>
                <a:latin typeface="Mulish SemiBold"/>
                <a:ea typeface="Mulish SemiBold"/>
                <a:cs typeface="Mulish SemiBold"/>
                <a:sym typeface="Mulish SemiBold"/>
              </a:rPr>
              <a:t>Что вернет </a:t>
            </a:r>
            <a:r>
              <a:rPr lang="ru-RU" sz="3000" dirty="0" err="1">
                <a:solidFill>
                  <a:schemeClr val="bg1"/>
                </a:solidFill>
                <a:latin typeface="Mulish SemiBold"/>
                <a:ea typeface="Mulish SemiBold"/>
                <a:cs typeface="Mulish SemiBold"/>
                <a:sym typeface="Mulish SemiBold"/>
              </a:rPr>
              <a:t>fs.readFileSync</a:t>
            </a:r>
            <a:r>
              <a:rPr lang="ru-RU" sz="3000" dirty="0">
                <a:solidFill>
                  <a:schemeClr val="bg1"/>
                </a:solidFill>
                <a:latin typeface="Mulish SemiBold"/>
                <a:ea typeface="Mulish SemiBold"/>
                <a:cs typeface="Mulish SemiBold"/>
                <a:sym typeface="Mulish SemiBold"/>
              </a:rPr>
              <a:t>(</a:t>
            </a:r>
            <a:r>
              <a:rPr lang="ru-RU" sz="3000" dirty="0" err="1">
                <a:solidFill>
                  <a:schemeClr val="bg1"/>
                </a:solidFill>
                <a:latin typeface="Mulish SemiBold"/>
                <a:ea typeface="Mulish SemiBold"/>
                <a:cs typeface="Mulish SemiBold"/>
                <a:sym typeface="Mulish SemiBold"/>
              </a:rPr>
              <a:t>path</a:t>
            </a:r>
            <a:r>
              <a:rPr lang="ru-RU" sz="3000" dirty="0">
                <a:solidFill>
                  <a:schemeClr val="bg1"/>
                </a:solidFill>
                <a:latin typeface="Mulish SemiBold"/>
                <a:ea typeface="Mulish SemiBold"/>
                <a:cs typeface="Mulish SemiBold"/>
                <a:sym typeface="Mulish SemiBold"/>
              </a:rPr>
              <a:t>), если вторым аргументом не передать кодировку 'utf8'?</a:t>
            </a:r>
          </a:p>
          <a:p>
            <a:pPr marL="514350" lvl="0" indent="-514350">
              <a:lnSpc>
                <a:spcPct val="115000"/>
              </a:lnSpc>
              <a:buClr>
                <a:srgbClr val="333333"/>
              </a:buClr>
              <a:buSzPts val="1800"/>
              <a:buFont typeface="+mj-lt"/>
              <a:buAutoNum type="arabicPeriod"/>
            </a:pPr>
            <a:r>
              <a:rPr lang="ru-RU" sz="3000" dirty="0">
                <a:solidFill>
                  <a:schemeClr val="bg1"/>
                </a:solidFill>
                <a:latin typeface="Mulish SemiBold"/>
                <a:ea typeface="Mulish SemiBold"/>
                <a:cs typeface="Mulish SemiBold"/>
                <a:sym typeface="Mulish SemiBold"/>
              </a:rPr>
              <a:t>Как дописать строку в конец существующего файла, не удаляя его старое содержимое?</a:t>
            </a:r>
          </a:p>
          <a:p>
            <a:pPr marL="514350" lvl="0" indent="-514350">
              <a:lnSpc>
                <a:spcPct val="115000"/>
              </a:lnSpc>
              <a:buClr>
                <a:srgbClr val="333333"/>
              </a:buClr>
              <a:buSzPts val="1800"/>
              <a:buFont typeface="+mj-lt"/>
              <a:buAutoNum type="arabicPeriod"/>
            </a:pPr>
            <a:r>
              <a:rPr lang="ru-RU" sz="3000" dirty="0">
                <a:solidFill>
                  <a:schemeClr val="bg1"/>
                </a:solidFill>
                <a:latin typeface="Mulish SemiBold"/>
                <a:ea typeface="Mulish SemiBold"/>
                <a:cs typeface="Mulish SemiBold"/>
                <a:sym typeface="Mulish SemiBold"/>
              </a:rPr>
              <a:t>Какую ошибку выдаст Node.js, если вы попытаетесь прочитать файл, которого не существует, и как предотвратить падение программы в этом случае?</a:t>
            </a:r>
          </a:p>
          <a:p>
            <a:pPr marL="514350" lvl="0" indent="-514350">
              <a:lnSpc>
                <a:spcPct val="115000"/>
              </a:lnSpc>
              <a:buClr>
                <a:srgbClr val="333333"/>
              </a:buClr>
              <a:buSzPts val="1800"/>
              <a:buFont typeface="+mj-lt"/>
              <a:buAutoNum type="arabicPeriod"/>
            </a:pPr>
            <a:r>
              <a:rPr lang="ru-RU" sz="3000" dirty="0">
                <a:solidFill>
                  <a:schemeClr val="bg1"/>
                </a:solidFill>
                <a:latin typeface="Mulish SemiBold"/>
                <a:ea typeface="Mulish SemiBold"/>
                <a:cs typeface="Mulish SemiBold"/>
                <a:sym typeface="Mulish SemiBold"/>
              </a:rPr>
              <a:t>Можно ли с помощью </a:t>
            </a:r>
            <a:r>
              <a:rPr lang="ru-RU" sz="3000" dirty="0" err="1">
                <a:solidFill>
                  <a:schemeClr val="bg1"/>
                </a:solidFill>
                <a:latin typeface="Mulish SemiBold"/>
                <a:ea typeface="Mulish SemiBold"/>
                <a:cs typeface="Mulish SemiBold"/>
                <a:sym typeface="Mulish SemiBold"/>
              </a:rPr>
              <a:t>fs.writeFileSync</a:t>
            </a:r>
            <a:r>
              <a:rPr lang="ru-RU" sz="3000" dirty="0">
                <a:solidFill>
                  <a:schemeClr val="bg1"/>
                </a:solidFill>
                <a:latin typeface="Mulish SemiBold"/>
                <a:ea typeface="Mulish SemiBold"/>
                <a:cs typeface="Mulish SemiBold"/>
                <a:sym typeface="Mulish SemiBold"/>
              </a:rPr>
              <a:t> создать файл в папке, которая еще не создана?</a:t>
            </a:r>
          </a:p>
        </p:txBody>
      </p:sp>
      <p:pic>
        <p:nvPicPr>
          <p:cNvPr id="5" name="Google Shape;152;g30f32ff6c42_0_5">
            <a:extLst>
              <a:ext uri="{FF2B5EF4-FFF2-40B4-BE49-F238E27FC236}">
                <a16:creationId xmlns:a16="http://schemas.microsoft.com/office/drawing/2014/main" id="{76964D9A-BD29-A315-0A5D-43051D5DEF8E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 rot="-5400000">
            <a:off x="8167744" y="4110257"/>
            <a:ext cx="1474076" cy="162359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275714345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898</TotalTime>
  <Words>1370</Words>
  <Application>Microsoft Office PowerPoint</Application>
  <PresentationFormat>Экран (16:9)</PresentationFormat>
  <Paragraphs>161</Paragraphs>
  <Slides>37</Slides>
  <Notes>37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5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37</vt:i4>
      </vt:variant>
    </vt:vector>
  </HeadingPairs>
  <TitlesOfParts>
    <vt:vector size="43" baseType="lpstr">
      <vt:lpstr>Times New Roman</vt:lpstr>
      <vt:lpstr>Mulish ExtraBold</vt:lpstr>
      <vt:lpstr>Arial</vt:lpstr>
      <vt:lpstr>Mulish Black</vt:lpstr>
      <vt:lpstr>Mulish SemiBold</vt:lpstr>
      <vt:lpstr>Office Theme</vt:lpstr>
      <vt:lpstr>ДЕНЬ ОТКРЫТЫХ ДВЕРЕЙ</vt:lpstr>
      <vt:lpstr>Цель занятия:</vt:lpstr>
      <vt:lpstr>Учебные вопросы:</vt:lpstr>
      <vt:lpstr>1. Модуль fs - общее знакомство</vt:lpstr>
      <vt:lpstr>Презентация PowerPoint</vt:lpstr>
      <vt:lpstr>Презентация PowerPoint</vt:lpstr>
      <vt:lpstr>Презентация PowerPoint</vt:lpstr>
      <vt:lpstr>Презентация PowerPoint</vt:lpstr>
      <vt:lpstr>2. Чтение файла - fs.readFileSync()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3. Запись файла - fs.writeFileSync()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4. Дополнительные синхронные методы fs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5. Практика - работаем с файлами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Выводы:</vt:lpstr>
      <vt:lpstr>Контрольные вопросы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Fido</dc:creator>
  <cp:lastModifiedBy>user</cp:lastModifiedBy>
  <cp:revision>18</cp:revision>
  <dcterms:modified xsi:type="dcterms:W3CDTF">2026-04-19T07:06:40Z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Notes">
    <vt:i4>45</vt:i4>
  </property>
  <property fmtid="{D5CDD505-2E9C-101B-9397-08002B2CF9AE}" pid="3" name="PresentationFormat">
    <vt:lpwstr>Экран (16:9)</vt:lpwstr>
  </property>
  <property fmtid="{D5CDD505-2E9C-101B-9397-08002B2CF9AE}" pid="4" name="Slides">
    <vt:i4>45</vt:i4>
  </property>
</Properties>
</file>