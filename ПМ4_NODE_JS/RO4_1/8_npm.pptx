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296" r:id="rId10"/>
    <p:sldId id="301" r:id="rId11"/>
    <p:sldId id="302" r:id="rId12"/>
    <p:sldId id="303" r:id="rId13"/>
    <p:sldId id="305" r:id="rId14"/>
    <p:sldId id="306" r:id="rId15"/>
    <p:sldId id="307" r:id="rId16"/>
    <p:sldId id="309" r:id="rId17"/>
    <p:sldId id="304" r:id="rId18"/>
    <p:sldId id="308" r:id="rId19"/>
    <p:sldId id="311" r:id="rId20"/>
    <p:sldId id="312" r:id="rId21"/>
    <p:sldId id="313" r:id="rId22"/>
    <p:sldId id="314" r:id="rId23"/>
    <p:sldId id="315" r:id="rId24"/>
    <p:sldId id="316" r:id="rId25"/>
    <p:sldId id="310" r:id="rId26"/>
    <p:sldId id="317" r:id="rId27"/>
    <p:sldId id="319" r:id="rId28"/>
    <p:sldId id="320" r:id="rId29"/>
    <p:sldId id="321" r:id="rId30"/>
    <p:sldId id="322" r:id="rId31"/>
    <p:sldId id="318" r:id="rId32"/>
    <p:sldId id="323" r:id="rId33"/>
    <p:sldId id="324" r:id="rId34"/>
    <p:sldId id="326" r:id="rId35"/>
    <p:sldId id="327" r:id="rId36"/>
    <p:sldId id="328" r:id="rId37"/>
    <p:sldId id="329" r:id="rId38"/>
    <p:sldId id="325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30" r:id="rId56"/>
    <p:sldId id="297" r:id="rId57"/>
  </p:sldIdLst>
  <p:sldSz cx="9144000" cy="5143500" type="screen16x9"/>
  <p:notesSz cx="6858000" cy="9144000"/>
  <p:embeddedFontLst>
    <p:embeddedFont>
      <p:font typeface="Mulish Black" panose="020B0604020202020204" charset="-52"/>
      <p:bold r:id="rId59"/>
      <p:boldItalic r:id="rId60"/>
    </p:embeddedFont>
    <p:embeddedFont>
      <p:font typeface="Mulish ExtraBold" panose="020B0604020202020204" charset="-52"/>
      <p:bold r:id="rId61"/>
      <p:boldItalic r:id="rId62"/>
    </p:embeddedFont>
    <p:embeddedFont>
      <p:font typeface="Mulish SemiBold" panose="020B0604020202020204" charset="-52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D5404E2-30D4-F14B-2465-43A775A6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6A39FD5-5E6F-69BC-163C-12C24F8B5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55A9233-B45B-D441-86DC-24733EECC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9083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0C86205-3E3F-1028-85F1-986EF36D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3D09776-DE4F-CC2C-E97D-E70C50E5E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73E6131-51AB-EE04-2691-94C823245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38989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F62D0CE-A2FB-9EE9-2FF0-B44183D5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6CA1918-2FD6-38A7-A086-04329341B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80FF947-1D4F-8EAB-3D5C-2933312CD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32849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F2A223B-5D24-08B5-9F9B-4514E0CF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7F896D1-180F-7BF4-F671-54E0E988D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FB725C4-98DB-3548-7CAF-47A8C0EFE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30426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09B3F64-75E5-E515-43E2-D9C7B555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C6CD508-21CD-425B-9B73-B63B1745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2CBCEED-81ED-9B8F-5C37-68758A64C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69363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F9A2DFB-AE42-6F38-880A-240CE41E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36230F9-78C8-3EA4-5D99-D26EA5EC5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B1BFDEA-076B-F410-FDB6-CA409B7E1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27683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BF9A7D3-0B6D-2692-D5E6-46B52F4D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AF634F9-071A-34BD-A4D1-798DEF79D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4E48C51-A506-C248-62F3-23384FC02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51665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0F2178E-6F31-3A16-EA01-89231E67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0463E05-3C32-EBEE-4180-D2807F7A4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E490FDF-F1CE-6D7A-3AFF-FE8602940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18455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0CB352-3B07-8F96-E8E0-7BCB3D00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15E1C29-E2EC-F341-6160-1E60FB030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86A0350-90C0-0111-05B0-7E7124E38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10969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7C69A89-2D78-5BFA-0588-1036504C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13C682B-4CD5-2CA2-CD35-29C131DB0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8441258-66C9-91E1-8124-0B43B4F89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39172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5B46A40-03D0-73BF-841E-D3F35327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E8B826D-5E19-1306-A57C-D88C4A0DA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3F6001A-B8DF-38E7-3353-D2C76EEBC3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3477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0468188-87E8-898D-3BBE-E9F4D725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832EB4C-5937-0D41-8A8B-D0C619C460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C215367-A023-ED58-88EF-55CCB4B43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3256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236E1DE-7D42-3509-FC5E-3E01CD1E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0DF9520-B467-DC0D-0784-E215E934C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C080FF6-0E94-1250-3931-4B5374C52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72950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5E9239C-C8F8-E5A8-3A68-8781F7F8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D09F82B-57F0-2FC8-053C-21315E389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496DD46-8079-506C-EF5C-BACC4932E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9795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02A8911-628E-94E0-6E2E-E4066CF9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0EA9D44-334E-4DED-EE6C-C16FA57B3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1CAA819-5518-FB02-B43A-CDA640313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2274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D9B209B-45ED-E16A-B76C-0A72C685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5B97FBF-2251-6961-2358-6CE3A2DCA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4B13E8B-B42F-13EC-EC30-10DF1D609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04005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DEEEBD0-1E1C-AF9E-8849-FABDB164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CC0D59D-0B64-7D56-88DA-0036BCA5D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C97318-A523-609F-8053-4B5111A57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24212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C87A9FA-2A92-C720-2946-E68A8F72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6887E68-9230-C39B-31EF-01E3EF6E1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DBB85E6-103C-C29A-F611-23F1AAA86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3802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4D07980-D195-4E22-446E-6C2A0DC2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72BC1A8-219B-FA9A-865B-EEFD8AF6C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AF30B24-4B3F-8C7B-17BA-4C2CC4234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708376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7341BF8-BC62-F7FF-ECF2-8FAAB0E0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2EDBFBA-9715-7633-39C1-A70A80BCE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D8BC3C8-7A73-7B0A-BCB9-ED839502F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05291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9551F17-94F2-CD78-91B5-E46B6173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7D4CACF-DF0E-A96E-45DF-19B9CCE19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DEF392D-831E-C6DC-ACDF-68B8B1A33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9861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B7965A1-898C-8EF9-F893-140A745A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9D6A6C0-09FC-62C2-BA15-604239C60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E586D1F-612A-AA56-49F5-5469D37C3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22222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EC057A0-AC42-19AB-4056-C5EF7F1C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CD4A6B0-36E6-FECC-FC4E-28DEBED04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A43E0C2-B3BF-B013-4E25-2D3B9B97A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492969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3956383-59B5-AB1F-25DC-68D55F43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6AA8878-0496-0056-B9E1-9AF64F1C0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9B2C5FF-C0C5-B518-4896-D8FEE3B27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462432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89190C4-92FE-E956-D8FF-BE0D07D3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9446AA9-DD1C-831A-B869-02C14E77E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C1077E1-5328-9C05-659E-55A93EAAE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04188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3F45159-8A7E-D4A9-C980-63B6324E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0890D61-F2A3-B40C-B033-0637FB34C5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6AABE1E-C162-CFEC-5778-0AAD47A38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205186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1FFC6A-33C0-C252-9C31-D1D3B604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00BB50C-7BB9-5367-B70C-D251E9074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21B5C1-63DF-1E5E-6FC3-F0DDC891C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236306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0E1C91B-3390-EA57-238C-AAA6034C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F61307A-4745-4B5D-1591-F03D86D1F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27A9212-46D9-12CF-C6F3-4EDD97945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045802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3031D53-D73C-7930-0AA4-924290E9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0027839-1A67-CB3F-A70F-C10D923B2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596A9B5-DAA1-68D5-42D3-1D42B81A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8135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B367350-AC0D-9499-0860-2B10BA70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4E6F4BB-C438-8FF4-0ADB-973E59FD0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FD6C3A9-D251-D789-A7A6-76A7B4D91B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96069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734040D-BED3-0B16-60A0-9D3D59B8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7E06BAD-F92C-C6DE-5047-20A682E3B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F1DFB4E-F3B7-0375-937F-800341E8D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485039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FDA1FF5-C04D-F8F7-EA3B-12D3547D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7120B79-78E1-8659-F85C-50CFD18AB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85ACDBF-B9BD-932E-EA30-173B3DD87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356984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44F67F1-A898-B45B-F0D7-58C7A7D7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5A3305E-BE18-8CE8-D7E3-0C2FE0D96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2172D92-0F56-5063-5C2A-DB3E7E6FE4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055211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10ACB15-0533-8977-8727-C1402404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E0B7772-BC03-BA6E-E8A7-B27850134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279F2C9-8C19-857E-E3A3-7CC208633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586801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2CE3EF8-F94E-8073-EEC5-05A26A86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165882C-E1A9-818B-D3FD-7396CBDEF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C9E905C-6DCA-55D3-AB2C-D3054A943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189824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7988D47-952B-76F8-5A10-1317D383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D36419D-CB82-D850-436C-A3D101E74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40962ED-FAF3-2D46-6FEC-501511652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740250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9D34481-DE39-F06D-0382-83597E2B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176FADA-72ED-52BE-9EB0-F6F5B1FB8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745F5C6-BF0A-E8AD-0BBD-C50BA256E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145230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A696B72-44D4-3117-9C05-D9014559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132F4D8-ED68-9230-B502-9E06BE3F6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513327-8046-158D-C3F6-6A1166F12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826829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E67D8E5-CEEE-B8E7-2E58-CD445834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E1A16EC-F335-2A7B-4408-C7C5E2637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B552094-E1FE-5C04-40C1-1B8DBCF1E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434839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7BC8EBE-74C2-9D1E-B9CD-1570E831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57807CF-1A09-9309-7B63-0830A2EFC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67C066C-7BFF-F46C-B318-C62389388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57033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B3D1130-32A7-1FAC-B7FD-ABE0C3EC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030338B-BE57-AF0A-F972-F58ECACF3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FFD9E5D-FA29-ADFC-0BD0-B2C362F05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852791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1F5D440-867C-5E85-0210-2F949E9E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AAD9B62-0823-9C42-14E6-959BFC4F91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2C543C5-509A-5ADA-0F2F-BF20FA688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168007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700384B-AF47-3713-445E-D14B7D9E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07A7BCB-D850-5493-A160-75F36B780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7D0C140-BD66-BE84-16F1-D5C10228F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3049151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75E4491-4F35-2222-4EF8-D961262D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E637D68-E3A6-881B-28BF-0E54017DE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96367DA-6DD6-CD90-4C3F-44AF168AF3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32181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33AE4E5-98F8-77D8-201C-80D7A300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D715913-749F-E6CD-2710-79F79EEAF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EDAA66A-2745-D400-8C96-13AA772AE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3925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09B4B60-B07F-3088-A060-AB76515E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B564CED-950B-6C22-9447-A00349737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350E5EB-203E-72ED-A21F-663070C77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84035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8895C14-FDEA-E840-383E-3BA00350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CDADF56-244B-C188-77F1-968745863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DEE27C0-A2A1-2D51-A740-AC33A79ED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481770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58EA65D-620A-5DD6-3B5E-F6BCE3EF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6FD3B3-B585-C5A7-49ED-E032C51D4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D590789-1DE8-FE25-F9BF-7B3A87CAD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91037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8. 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Управление пакетами - 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NPM.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28" y="197212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Научиться структурировать проект с помощью файла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управлять внешними библиотеками через NPM и эффективно организовывать рабочее окружение для создания переносимых и масштабируемых приложений.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Что такое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 (Node Package Manager)?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Инициализация проекта: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Паспорт проекта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Директория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lock.json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Команды управления пакетами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642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Что такое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NPM?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038776"/>
            <a:ext cx="8150700" cy="388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 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(Node Package Manager)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менеджер пакетов для JavaScript, который устанавливается автоматически вместе с Node.js.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сегодня это самый большой реестр программного обеспечения в мире (более 2 миллионов пакетов).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 состоит из трех независимых частей: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Веб-сайт (npmjs.com): Площадка для поиска библиотек, чтения документации и проверки популярности пакетов.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Реестр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Registry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Огромная база данных кода, откуда скачиваются пакеты.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Интерфейс командной строки (CLI): Та самая команда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терминале, с помощью которой мы управляем проектом.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он нужен программисту?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Главная концепция NPM - модульность.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Вместо того чтобы писать всё с нуля, вы скачиваете «пакеты» (готовые модули), решающие конкретные задачи.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 из практики: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Нужно работать с датами? Скачиваем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date-fns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Нужно раскрасить вывод в консоли? Ставим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Нужно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парсить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музыку? Берем готовый инструмент для работы с аудио-тегами.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это работает: Роли NPM</a:t>
            </a:r>
            <a:endParaRPr sz="3000" b="1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80EB87-F1CE-E77C-D209-885D3434F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76" y="1277454"/>
            <a:ext cx="7914447" cy="27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F422230-84E5-BF4D-DC87-C9BD8F2A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0BA56EB-AF5E-B0CD-F185-C34018D662C9}"/>
              </a:ext>
            </a:extLst>
          </p:cNvPr>
          <p:cNvSpPr/>
          <p:nvPr/>
        </p:nvSpPr>
        <p:spPr>
          <a:xfrm>
            <a:off x="320399" y="361244"/>
            <a:ext cx="8359961" cy="4567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Глобальные и локальные пакеты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 позволяет устанавливать инструменты двумя способами: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Локально (по умолчанию): Пакет устанавливается только в папку вашего текущего проекта. Это стандарт для 99% случаев.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Библиотека для обработки запросов.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Глобально (флаг -g): Пакет устанавливается в систему как полноценная программа.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-g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(чтобы запускать его из любой папки).</a:t>
            </a:r>
            <a:endParaRPr lang="ru-RU"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FCE4F13-E0BA-9B8C-9832-3B6801437B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85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8C98B18-F8AD-99A2-FEE5-842FE1E1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B07DBC1-A034-5225-32ED-45947DD0617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NPM - это инструмент, который превращает ваш проект из набора файлов в структурированное приложение.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Пакет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package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) - это папка с кодом и файлом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, который описывает этот код.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Основная ценность NPM - сообщество. Почти любую рутинную задачу в Node.js уже кто-то решил и выложил в виде пакета.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F25FA-D1CD-7EF1-3B2D-4CF54A4AB8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393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Инициализация проекта.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этап превращает обычную папку с файлами в официальный Node.js-проект.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 инициализации вы не сможете управлять зависимостями или автоматизировать запуск кода.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AB78B54-7798-417F-E6FF-5B35B387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F045809-DCD9-386F-49AC-3A41454C788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Инициализация проекта: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endParaRPr lang="ru-RU" sz="3000" b="1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начать работу с NPM, нужно создать файл-манифест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Это делается через команду инициализации в терминале.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Откройте терминал в папке вашего будущего проекта и введите: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E5D629F-32EA-9F51-0536-DD43EA503B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896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1048BF9-A8C0-8823-7055-CD6A62AA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9FDD98C-D226-E952-22F8-A2FC6757746E}"/>
              </a:ext>
            </a:extLst>
          </p:cNvPr>
          <p:cNvSpPr/>
          <p:nvPr/>
        </p:nvSpPr>
        <p:spPr>
          <a:xfrm>
            <a:off x="320399" y="270933"/>
            <a:ext cx="8359961" cy="487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После этого NPM начнет «интервью». Он задаст серию вопросов, чтобы заполнить данные о проекте: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Имя проекта (по умолчанию - название папки).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version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Версия (начинается с 1.0.0).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description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Краткое описание (например, «Интернет-магазин»).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entry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point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Главный файл приложения (обычно index.js или app.js).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test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command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Команда для запуска тестов.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repository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Ссылка на ваш репозиторий.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author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Ваше имя.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license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Тип лицензии (обычно ISC или MIT).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По завершении в папке появится файл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3204658-484F-58DB-3FCF-59D8B9A3DA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41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797C1B7-4AA6-D98A-C59F-74BBC8F1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905327-D337-7B65-DBC3-1B7335A4758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Лайфхак: Быстрая инициализация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вы не хотите отвечать на все вопросы и согласны с настройками по умолчанию, используйте флаг -y (от англ.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yes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–y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мгновенно создаст стандартный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который потом можно отредактировать вручную.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778FA5D-115F-805F-237B-F1E2A9F3F8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753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7DF9501-D164-5880-5EB8-9FDDFAC1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53840EA-B4A8-A0D3-6C48-68A047B2678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это важно?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 файла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ваш проект - это просто набор разрозненных файлов.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системы: NPM не поймет, куда записывать информацию об установленных библиотеках.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других разработчиков: Если вы передадите проект другу без этого файла, он не узнает, какие библиотеки нужно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докачать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чтобы ваш код заработал.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B6DAC32-20B0-241C-C8B1-6331C1874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291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4E75C6F-4C22-F191-8A52-EF811C8D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1E6C558-4196-89ED-4158-6FED1DE7659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делать, если ошиблись?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обычный текстовый файл в формате JSON. 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 в любой момент можете открыть его в VS Code и изменить любое поле (например, поменять версию или имя автора).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1CC4C2D-1A25-E8C2-8B06-683960B1DE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758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F356C8A-EE96-B8D7-62F0-402F3459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0524C81-D243-CEBE-F30C-742927454B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8AA60F-DC2F-26B9-A9D5-86B578E4F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" y="376237"/>
            <a:ext cx="85915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13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3CE9790-CB9B-5222-65FD-5F645AC4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DB2C3B2-7BA5-9F4B-8BC5-A71B84879C3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b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init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команда, создающая «паспорт» проекта.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Флаг 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-y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экономит время, пропуская опросник.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Главный результат: появление файла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, который станет фундаментом для всей дальнейшей работы с библиотеками.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7CDB46E-9F75-DA3F-5F93-6D42E13A47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2409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753150B-3723-7C48-3780-AF1E2C3C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67C12C9-FAFA-2149-0E2F-09D3D40636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Файл </a:t>
            </a:r>
            <a:r>
              <a:rPr lang="ru-RU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package.json</a:t>
            </a:r>
            <a:r>
              <a:rPr lang="ru-RU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- Паспорт проекта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6F39276-9207-9D41-EC8C-C7823389A7E9}"/>
              </a:ext>
            </a:extLst>
          </p:cNvPr>
          <p:cNvSpPr/>
          <p:nvPr/>
        </p:nvSpPr>
        <p:spPr>
          <a:xfrm>
            <a:off x="320400" y="1309511"/>
            <a:ext cx="8150700" cy="361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раздел объясняет, как управлять проектом и автоматизировать действия.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процесс получения паспорта, то сам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документ, в котором записано всё: от имени «гражданина» до списка его друзей (зависимостей) и умений (скриптов).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2400450-B215-1F22-4D48-01839087BD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7717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217706F-8569-D5DE-32EB-3D6D6E6D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78BD673-9E8F-E5C6-03E5-340E444D83B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главный конфигурационный файл Node.js-проекта.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написан в формате JSON (JavaScript Object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Notation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что делает его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легкочитаемым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для человека, и для компьютера.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5065374-C476-9220-527B-7E19BC8A6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5112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2F2D7FA-EA4D-3CC5-3249-836BBB75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2C4EB74-FEB3-B8BA-2209-4C823822A4F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блоки 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Метаданные (Общая информация)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Эти поля описывают сам проект: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Название проекта (маленькими буквами, без пробелов).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version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Текущая версия. По стандарту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SemVer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(например, 1.0.0).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main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«Точка входа». Файл, который запустится первым, если кто-то подключит ваш проект как библиотеку.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7A6A02B-309C-851A-D056-A541931132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677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2C18209-10D3-700C-1B16-151A0B83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0EAFEE8-7515-2A16-D736-C73983D0C924}"/>
              </a:ext>
            </a:extLst>
          </p:cNvPr>
          <p:cNvSpPr/>
          <p:nvPr/>
        </p:nvSpPr>
        <p:spPr>
          <a:xfrm>
            <a:off x="320399" y="282222"/>
            <a:ext cx="8359961" cy="4646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Блок "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scripts" (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Автоматизация)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один из самых полезных разделов. Здесь можно задать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алиасы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(псевдонимы) для длинных консольных команд.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запустить? В терминале пишем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run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название_скрипта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Исключение: Для команд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test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слово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можно опускать (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start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910E7E7-FE27-E5A9-8377-708E9C5747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513788-F51A-049D-1212-A35ACAF30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639005"/>
            <a:ext cx="6016182" cy="138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25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CC26195-A9B8-EB28-BD08-32CC3003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F8444FB-082B-D52E-1DF8-C0C386943AB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Блоки зависимостей (Список «друзей»)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Здесь NPM автоматически записывает библиотеки, которые вы устанавливаете: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Пакеты, без которых программа не будет работать у пользователя (например, сервер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express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devDependencies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Пакеты, нужные только разработчику (например,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для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автоперезагрузки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или тесты).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2FF9193-242A-9921-7172-1A8DB03526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88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5775559-AB8C-7576-2873-8A188418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C593FBE-BBCF-2037-3285-10259B7C439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Правила формата JSON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 помнить: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Двойные кавычки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В JSON используются только ", одинарные ' приведут к ошибке.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Запятые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После последнего элемента в объекте запятая не ставится.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Структура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Это всегда один большой объект, заключенный в фигурные скобки {}.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62DC2D3-92D1-8D87-55AB-73079829F0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6605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75DC7CC-3FB1-46F2-DD95-A2393789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8031802-56E0-A44F-CC92-3D1EE0F7D35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это «Паспорт»?</a:t>
            </a:r>
          </a:p>
          <a:p>
            <a:pPr lvl="0" indent="271463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вы решите перенести свой проект на другой компьютер или отправить его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GitHub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вам не нужно пересылать тяжелую папку с библиотеками. </a:t>
            </a:r>
          </a:p>
          <a:p>
            <a:pPr lvl="0" indent="271463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Достаточно передать один файл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Новый разработчик введет команду:</a:t>
            </a:r>
          </a:p>
          <a:p>
            <a:pPr lvl="0" indent="271463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271463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271463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indent="271463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NPM сам прочитает «паспорт», увидит список нужных библиотек в разделах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скачает их актуальные версии.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6716308-1A2F-0BC4-F49E-3B4B419ED8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141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E3EFA75-0497-4686-AA65-4A70E7BE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8454ECF-8405-84FF-2D5F-E2022D77E86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это мозг и сердце проекта.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Блок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scripts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позволяет не запоминать сложные команды запуска.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Разделение на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devDependencies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экономит ресурсы сервера (на сервер не устанавливается лишний «мусор» для разработки).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B1A8431-6242-5092-4440-8C752B36DB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9324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D391A73-8DFF-6CE7-3636-6903F149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3E3FC5F-6360-CD94-94D8-DE069939ED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Директория </a:t>
            </a:r>
            <a:r>
              <a:rPr lang="en-US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node_modules</a:t>
            </a:r>
            <a:r>
              <a:rPr lang="en-US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и </a:t>
            </a:r>
            <a:r>
              <a:rPr lang="en-US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package-</a:t>
            </a:r>
            <a:r>
              <a:rPr lang="en-US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lock.json</a:t>
            </a:r>
            <a:endParaRPr lang="en-US" sz="3420" dirty="0">
              <a:solidFill>
                <a:srgbClr val="FFFF00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9698292-6C49-E8F3-9544-54A4B3B75580}"/>
              </a:ext>
            </a:extLst>
          </p:cNvPr>
          <p:cNvSpPr/>
          <p:nvPr/>
        </p:nvSpPr>
        <p:spPr>
          <a:xfrm>
            <a:off x="320400" y="1388533"/>
            <a:ext cx="8150700" cy="353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«склад» вашего проекта. Когда вы вводите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NPM скачивает код библиотек и физически кладет их в эту папку.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FB9D141-B660-E94B-80D2-793ED852A3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262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69E3374-FCC9-93F2-8A1F-342F356E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3B46623-0C15-C0F5-948B-1CE83A2F387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Особенности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Дерево зависимостей: Если вы установили библиотеку A, а ей для работы нужна библиотека B, то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появятся обе. Именно поэтому папка так быстро растет.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Игнорирование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Эту папку никогда не отправляют в репозиторий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GitHub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Она слишком тяжелая и легко восстанавливается.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Для этого создается файл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gitignore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куда просто записывается строчка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372B617-4D2C-D16D-8C53-77800E9D20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068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4711AE0-9D9C-6B64-85E1-22EF78F4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49C1622-70F2-30FA-709D-0FFEFA8DDA5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нужен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Многие думают, что это копия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но это не так.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список покупок (мне нужны «яблоки» версии 1.x), то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чек из магазина, в котором записано всё до мельчайших деталей: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Точная версия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Не просто «версия 1.x», а конкретно 1.2.4.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Хэш-сумма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Integrity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Гарантия того, что скачанный код не был подменен или поврежден.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Полная структура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Список абсолютно всех вложенных зависимостей.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8D10567-B08E-BBBB-4026-D01BC1BC3C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0870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43A697F-F23A-DA4D-F52C-87AB3992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D229100-395A-CBF3-7BE6-60F651775F8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это критически важно?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Представьте, что вы написали проект сегодня, а ваш коллега скачал его через месяц. За это время одна из библиотек обновилась и стала работать по-другому.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 коллеги может всё сломаться.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 установит ему ровно те же версии байт в байт, которые были у вас.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3F73F0C-1430-884B-5100-1E7A93C9D4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9512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FF489A5-BD63-C4F0-1BA2-CBBA8A546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8542C8C-8D1A-1EF4-E8A8-5F4FF4295B4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Сравнение двух файлов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924C0B9-6FEB-5C6B-B04A-EC0E7F577E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22A3E1-7649-6C59-5D9B-398556D2D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45" y="1490132"/>
            <a:ext cx="8035781" cy="21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45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33D1A38-6F78-27EA-E78C-C685CA07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169BAD1-B453-09F4-59EB-9A787BC11EB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это папка с физическим кодом. Мы её не трогаем руками и не пушим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Git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это гарант того, что проект запустится одинаково на любом компьютере («State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of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the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project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»).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Золотое правило: Если вы скачали проект из интернета и в нем нет папки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, просто введите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8BF93C3-5873-70DA-60FB-62D1DEA65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4248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3BF87F6-2E3F-101C-0F6E-2378C6B2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B4C05A0E-496A-1723-A901-2C2054CB2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5. Команды управления пакетами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103EC6C-5AE2-2FA5-C939-523395398468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Команды NPM позволяют не только скачивать код, но и гибко управлять его жизненным циклом.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Эти команды станут вашими основными инструментами на каждый день.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4E069DB-A644-F918-195E-61F52096CB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56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E4DA558-6908-60AF-A87C-97561767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E968306-35DB-18B1-DE7A-2E4364A1F52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Установка пакетов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Локальная установка: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(или кратко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Скачивает пакет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добавляет его в секцию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вашего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Для разработки 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 --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save-dev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(или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Используется для инструментов, которые не нужны конечному пользователю (тесты, линтеры,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Установка всех зависимостей проекта: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вы скачали чужой проект, эта команда прочитает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восстановит всё дерево библиотек.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DD7A695-C33A-877D-2E13-34B85CAEB1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458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31AFE6D-CDA9-9D31-318C-AE9988AF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550121A-9ECC-02FA-3976-51F7694D457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Удаление пакетов (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Uninstall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библиотека больше не нужна, её нужно правильно «выписать» из проекта: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uninstall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(или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Команда удалит папку из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сотрет упоминание о ней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1DBFE98-1BA4-5FE5-E87C-1BCFEB78EC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5273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D9995C5-F28E-E75B-DDBC-DE38BB21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EFE8766-3779-BF40-172B-703134A37C2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Глобальная установка (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-g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Некоторые пакеты - это не библиотеки для кода, а самостоятельные программы-утилиты.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-g &lt;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&gt;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Такие пакеты устанавливаются в системную папку и доступны из любого места в терминале.</a:t>
            </a:r>
          </a:p>
          <a:p>
            <a:pPr lvl="0" indent="180975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-g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(обновление самого менеджера пакетов).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22A6654-1A13-D502-76C7-562E215CE5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8384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9315799-E8F2-E343-02AB-4A40CA96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90E5E86-FCFB-7970-CEB5-158D3A57150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Поиск и обновление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outdated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Проверяет, не вышли ли новые версии для ваших библиотек.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update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Обновляет пакеты до максимально допустимой версии (согласно правилам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04B7E6B-631B-95A2-6DC4-9CF40C593A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389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91A2E73-C85E-D5A4-E120-BEFCE6A8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194691B-AF27-C9E2-CA4A-3B497579D0B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Специфические команды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root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Показывает, где физически на вашем диске лежат глобальные пакеты.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list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Выводит дерево всех установленных зависимостей в текущем проекте.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CCD1DF-A82D-A4CB-A970-9C5AA8DBCC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7366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D983C4D-751A-3028-DF97-A566B063E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D4169E0-3BF6-E27D-6777-5E67420B2A10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Шпаргалка по командам: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257722F-12AA-7630-62AC-9D3A5ED600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3162DA-5ECE-C190-F7DC-A93BAC23E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23" y="955897"/>
            <a:ext cx="7710311" cy="37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8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6934EA1-72E7-7CA7-48ED-EE5469AD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194504B5-3588-B1B6-DF55-0CF74EBF4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Практическая часть (Демонстрация)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4FDB281-74B0-AA4F-16A1-EC075304CEA3}"/>
              </a:ext>
            </a:extLst>
          </p:cNvPr>
          <p:cNvSpPr/>
          <p:nvPr/>
        </p:nvSpPr>
        <p:spPr>
          <a:xfrm>
            <a:off x="320400" y="1422400"/>
            <a:ext cx="8150700" cy="194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Рождение проекта (Инициализация)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D96C755-D633-81E5-48D4-EC792DCAB3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1368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BCBF46E-DDBD-7641-AA47-6B669589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9C419F0-B790-7B55-1A5F-ED87B73CB51F}"/>
              </a:ext>
            </a:extLst>
          </p:cNvPr>
          <p:cNvSpPr/>
          <p:nvPr/>
        </p:nvSpPr>
        <p:spPr>
          <a:xfrm>
            <a:off x="320399" y="215026"/>
            <a:ext cx="8359961" cy="82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Создадим папку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demo-project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зайдем в неё.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6EEC9DC-921D-A480-E6AE-583881DE7C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DBD473-0810-026F-83F0-B9C5B7CD8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249" y="961302"/>
            <a:ext cx="6114352" cy="396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11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17D1F17-C446-E4B0-B044-48132669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2AEA3C8-B1B7-FB6E-AEC8-95A11BFF0210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Выполним: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init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-y.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ADA11BD-8506-FF49-4835-9A68C78A7F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2BCBB8-C47D-9580-1746-126D58696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78" y="1733549"/>
            <a:ext cx="7901589" cy="22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84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BF01DF7-16BC-3DC8-A17D-E6D2B6BB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DCF4677-3EC0-3A4B-D81C-AFA8FB7CFC44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Появится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en-US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</a:t>
            </a: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40DD84C-AD9B-3F2E-5A2F-1058DAB9E0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F0A27F-B823-EC24-644A-C9BCAD863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99" y="889874"/>
            <a:ext cx="83820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52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8BF5299-BCBF-1BBD-2EBF-C2C225FB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69A6DEB-188A-519A-D978-2EA7BEFED4F6}"/>
              </a:ext>
            </a:extLst>
          </p:cNvPr>
          <p:cNvSpPr/>
          <p:nvPr/>
        </p:nvSpPr>
        <p:spPr>
          <a:xfrm>
            <a:off x="320399" y="215026"/>
            <a:ext cx="8359961" cy="119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Установка зависимостей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Установим библиотеку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v4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(для раскраски консоли)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432DD79-A60B-E3BD-A87F-3D2F9ACFDC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A27C7F-D216-0445-C45A-C0AA6AAFA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37" y="1867280"/>
            <a:ext cx="7707635" cy="213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5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CE2A848-5E51-23E9-1E71-642FDB00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D5B609D-BA2E-F8A2-399C-7095E59F219E}"/>
              </a:ext>
            </a:extLst>
          </p:cNvPr>
          <p:cNvSpPr/>
          <p:nvPr/>
        </p:nvSpPr>
        <p:spPr>
          <a:xfrm>
            <a:off x="320399" y="215026"/>
            <a:ext cx="8359961" cy="812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появилась секция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61A06CF-7425-925D-2F1F-1B11EE5689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D46F8A-EB2F-1BB3-DEF0-C01F821DD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38" y="1027289"/>
            <a:ext cx="7556324" cy="38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97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AE4F507-0962-FBD0-CB3F-7B9ED89C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73EEAC8-51A1-88F1-5DE3-B5A8C230AC7A}"/>
              </a:ext>
            </a:extLst>
          </p:cNvPr>
          <p:cNvSpPr/>
          <p:nvPr/>
        </p:nvSpPr>
        <p:spPr>
          <a:xfrm>
            <a:off x="320399" y="215026"/>
            <a:ext cx="8359961" cy="90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Появилась папка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(там не только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chalk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но и его зависимости)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373D809-624A-3D31-F9C2-423739E7FB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D2C741-1755-D2BA-E78F-C64E4092C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035" y="1018413"/>
            <a:ext cx="5939632" cy="393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00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37A4AE8-960B-4BF4-63F2-49D47937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651507A-081C-06CE-F270-87F5375A642E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Появился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lock.json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831064D-E82F-2CE1-1E14-A5313C8BB9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40F3E9-0E40-A9FA-362D-6D61E3085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185" y="1022554"/>
            <a:ext cx="5894388" cy="390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85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FFDFD6-957C-BFB8-E557-B0965490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EA47FCE-9846-0D26-85EE-E93F82835AE8}"/>
              </a:ext>
            </a:extLst>
          </p:cNvPr>
          <p:cNvSpPr/>
          <p:nvPr/>
        </p:nvSpPr>
        <p:spPr>
          <a:xfrm>
            <a:off x="320399" y="215026"/>
            <a:ext cx="8359961" cy="1105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Использование пакета. Создадим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index.js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напишем пару строк: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29001EF-DEE8-6B6A-3F6B-BA1F629282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432EF3-E9C1-BAB2-21E6-8F73C2B23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53" y="1791228"/>
            <a:ext cx="7623054" cy="15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632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7A9C111-284F-5D68-1DE1-4DCF66DA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239CDE9-D0D1-7626-737C-55A9D3A5C786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Запускаем через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index.js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Мы не писали код для раскраски текста, мы просто взяли его из реестра NPM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047F509-345F-8532-9C6D-935F429251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1A50E-52FB-88F7-DEDB-DCCAE5AEE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405467"/>
            <a:ext cx="8057955" cy="116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32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8BFDF7D-3E68-8D81-B7CD-6ABCBFC4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1B25946-5744-D5A5-0981-B45DF7F0F5C8}"/>
              </a:ext>
            </a:extLst>
          </p:cNvPr>
          <p:cNvSpPr/>
          <p:nvPr/>
        </p:nvSpPr>
        <p:spPr>
          <a:xfrm>
            <a:off x="320399" y="215026"/>
            <a:ext cx="8359961" cy="117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Автоматизация (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Scripts)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Добавим в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раздел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scripts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"start": "node index.js"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F78903E-D057-4BA5-E4B0-69FD09188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0B8B1C-09CB-67A3-8D95-F3B777C08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241" y="1332544"/>
            <a:ext cx="6011517" cy="35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516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7651906-C171-246A-ECE5-74F09FB9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C028664-B328-1AC5-ED95-3282D0607AC6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Запустите через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Теперь любой разработчик, скачав ваш проект, будет знать, как его запустить, не заглядывая внутрь кода.</a:t>
            </a:r>
            <a:endParaRPr lang="ru-RU" sz="3000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2A47A7E-A254-DBB3-A773-7BC04B8152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632A41-36D5-7893-E99E-9BC69075F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73" y="923925"/>
            <a:ext cx="6901216" cy="202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4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6F38FD4-CA2B-6329-1232-873210CC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F0BFF92-C28E-8D2C-7A24-66424C408B65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Фокус с исчезновением (Восстановление)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Удалите папку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физически!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Попробуйте запустить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 index.js.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Программа «упадет» с ошибкой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Error: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Cannot find module 'chalk'.</a:t>
            </a:r>
            <a:endParaRPr sz="3000" b="0" i="0" u="none" strike="noStrike" cap="none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D7E3AEE-C7B1-71C7-77A4-0BB773F24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057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636FA82-D264-9043-6E21-A83DFA753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91CAAA9-48C8-9B2B-684E-D63869529B5E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Теперь введите магическую команду: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install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Результат: Папка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вернулась, всё снова работает.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Вот почему мы не передаем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коллегам.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Список в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всё, что нам нужно». 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86D62BB-3392-74CF-5D6E-B775F916DB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922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8D8B802-A7A7-AFB4-E3E2-FEE35280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864D591-C629-0F1F-DB84-C8A213E8FDA8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6.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-зависимости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Установите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как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-зависимость: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 -D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Убедитесь, что он попал в отдельный блок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devDependencies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Добавьте скрипт </a:t>
            </a:r>
            <a:b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": 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nodemon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index.js" </a:t>
            </a:r>
            <a:b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b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Выполните:</a:t>
            </a:r>
            <a:b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en-US" sz="3000" dirty="0" err="1">
                <a:solidFill>
                  <a:srgbClr val="FFFF00"/>
                </a:solidFill>
                <a:latin typeface="Mulish SemiBold"/>
              </a:rPr>
              <a:t>npm</a:t>
            </a:r>
            <a:r>
              <a:rPr lang="en-US" sz="3000" dirty="0">
                <a:solidFill>
                  <a:srgbClr val="FFFF00"/>
                </a:solidFill>
                <a:latin typeface="Mulish SemiBold"/>
              </a:rPr>
              <a:t> run dev</a:t>
            </a:r>
            <a:endParaRPr lang="ru-RU" sz="3000" dirty="0">
              <a:solidFill>
                <a:srgbClr val="FFFF00"/>
              </a:solidFill>
              <a:latin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b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</a:b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посмотрите, как сервер сам перезагружается при правке текста.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71B89C8-10C3-0633-7279-426D154347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15024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C075B3E-5DE8-F057-A3B9-F35A3D57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28B5095-241B-8FF0-BA4E-13F6CB2C8CAE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0878BE8-28AD-9E0C-FA1A-C8ED5BABB0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E180DE-2CE1-7287-97F4-902C432AF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450850"/>
            <a:ext cx="6172200" cy="1600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FF3AF6-88B0-0109-88BC-D3252D7E0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609515"/>
            <a:ext cx="6172200" cy="168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736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5118CE6-7EF9-95B0-ABE2-8B6806EC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6BB7D89-03CC-A941-C786-D534F4B9C1D8}"/>
              </a:ext>
            </a:extLst>
          </p:cNvPr>
          <p:cNvSpPr/>
          <p:nvPr/>
        </p:nvSpPr>
        <p:spPr>
          <a:xfrm>
            <a:off x="320399" y="215026"/>
            <a:ext cx="8359961" cy="471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B451F1C-5041-53DD-253D-B76B214AF1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FD804B-7068-21ED-C205-422FB178A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29" y="215024"/>
            <a:ext cx="5610225" cy="1676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732C31-22EC-5AA0-0C4E-A4C273859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179" y="2062515"/>
            <a:ext cx="7010400" cy="12668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00FFE1-AB00-2A19-57DB-3E7F68E2F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79" y="3477061"/>
            <a:ext cx="5706105" cy="158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134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439935A-D1AC-3E6D-1C7E-B0EF1AB6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C311D86B-2636-CC33-8725-35FA0A34F1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F4479CC-290C-FEF0-F505-AEB6A7169DAD}"/>
              </a:ext>
            </a:extLst>
          </p:cNvPr>
          <p:cNvSpPr/>
          <p:nvPr/>
        </p:nvSpPr>
        <p:spPr>
          <a:xfrm>
            <a:off x="320400" y="767644"/>
            <a:ext cx="8150700" cy="437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 - Это не только инструмент для скачивания кода, но и инфраструктура, позволяющая управлять версиями и зависимостями проекта.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сердце проекта: В нем хранится вся информация: как проект называется, кто его автор, какие библиотеки ему нужны и какими командами его запускать.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Разделяй зависимости: Мы делим пакеты на те, что нужны для работы приложения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dependencies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и те, что нужны только программисту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devDependencies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не для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Эта папка - физическое воплощение зависимостей. Её размер может быть огромным, поэтому мы передаем только «список покупок»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а папку игнорируем.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Воспроизводимость: Благодаря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мы уверены, что через год или на другом компьютере проект соберется точно с теми же версиями библиотек, что и сегодня.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A430CD9-5309-8043-0DC9-322F8B0CE2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40373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406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Представьте, что вы случайно удалили файл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но папка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node_modules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осталась. Сможете ли вы продолжать разработку и передать проект коллеге? Почему?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разница между запуском команд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npm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dev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 Почему в одном случае мы используем слово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run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а в другом нет?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 устанавливаете библиотеку для тестирования кода. С каким флагом её нужно установить и в какой секции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она должна появиться?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нужен файл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package-lock.json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если у нас уже есть список всех библиотек в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 скачали проект с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GitHub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в нем есть файлы index.js,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gitignore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Какую первую команду вы должны выполнить в терминале, чтобы проект заработал?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2429</Words>
  <Application>Microsoft Office PowerPoint</Application>
  <PresentationFormat>Экран (16:9)</PresentationFormat>
  <Paragraphs>247</Paragraphs>
  <Slides>56</Slides>
  <Notes>56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3" baseType="lpstr">
      <vt:lpstr>Times New Roman</vt:lpstr>
      <vt:lpstr>Mulish ExtraBold</vt:lpstr>
      <vt:lpstr>Arial</vt:lpstr>
      <vt:lpstr>Courier New</vt:lpstr>
      <vt:lpstr>Mulish Black</vt:lpstr>
      <vt:lpstr>Mulish SemiBold</vt:lpstr>
      <vt:lpstr>Office Theme</vt:lpstr>
      <vt:lpstr>ДЕНЬ ОТКРЫТЫХ ДВЕРЕЙ</vt:lpstr>
      <vt:lpstr>Цель занятия:</vt:lpstr>
      <vt:lpstr>Учебные вопросы:</vt:lpstr>
      <vt:lpstr>1. Что такое NPM?</vt:lpstr>
      <vt:lpstr>Презентация PowerPoint</vt:lpstr>
      <vt:lpstr>Презентация PowerPoint</vt:lpstr>
      <vt:lpstr>Презентация PowerPoint</vt:lpstr>
      <vt:lpstr>Презентация PowerPoint</vt:lpstr>
      <vt:lpstr>2. Инициализация проекта.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Файл package.json - Паспорт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Директория node_modules и package-lock.json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 Команды управления пакетами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Практическая часть (Демонстрация)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18</cp:revision>
  <dcterms:modified xsi:type="dcterms:W3CDTF">2026-04-11T08:16:26Z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