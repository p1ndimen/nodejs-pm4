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296" r:id="rId14"/>
    <p:sldId id="305" r:id="rId15"/>
    <p:sldId id="306" r:id="rId16"/>
    <p:sldId id="307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9" r:id="rId27"/>
    <p:sldId id="320" r:id="rId28"/>
    <p:sldId id="318" r:id="rId29"/>
    <p:sldId id="308" r:id="rId30"/>
    <p:sldId id="321" r:id="rId31"/>
    <p:sldId id="322" r:id="rId32"/>
    <p:sldId id="324" r:id="rId33"/>
    <p:sldId id="325" r:id="rId34"/>
    <p:sldId id="326" r:id="rId35"/>
    <p:sldId id="327" r:id="rId36"/>
    <p:sldId id="323" r:id="rId37"/>
    <p:sldId id="328" r:id="rId38"/>
    <p:sldId id="329" r:id="rId39"/>
    <p:sldId id="331" r:id="rId40"/>
    <p:sldId id="332" r:id="rId41"/>
    <p:sldId id="333" r:id="rId42"/>
    <p:sldId id="334" r:id="rId43"/>
    <p:sldId id="330" r:id="rId44"/>
    <p:sldId id="297" r:id="rId45"/>
  </p:sldIdLst>
  <p:sldSz cx="9144000" cy="5143500" type="screen16x9"/>
  <p:notesSz cx="6858000" cy="9144000"/>
  <p:embeddedFontLst>
    <p:embeddedFont>
      <p:font typeface="Mulish Black" panose="020B0604020202020204" charset="-52"/>
      <p:bold r:id="rId47"/>
      <p:boldItalic r:id="rId48"/>
    </p:embeddedFont>
    <p:embeddedFont>
      <p:font typeface="Mulish ExtraBold" panose="020B0604020202020204" charset="-52"/>
      <p:bold r:id="rId49"/>
      <p:boldItalic r:id="rId50"/>
    </p:embeddedFont>
    <p:embeddedFont>
      <p:font typeface="Mulish SemiBold" panose="020B0604020202020204" charset="-52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7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3DBF79B-71C8-F86E-38C3-3B052DFE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6F2BC58-FCC7-1B39-85EC-66F0B5B4E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9A497CA-9DF8-F11B-C795-243A3EBB5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38208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37D9338-7C78-20CB-38F5-F7D62DA3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B7F45B4-E85E-9355-31C3-59962794C8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D21ADA4-AFEF-917E-0F07-4A4C4FD44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32179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6D86E8F-4256-8ABC-8720-4941B8F3D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D80201C-1607-3838-1115-2B828A86A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867B6C1-A62E-3660-33F7-CDE19112A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90377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E9A2196-BCE2-B16A-CD14-7F0D84FC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FCE5BF6-599A-123C-F773-0B1843F4F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1C00D92-CF93-DA31-931E-2F2311D7E7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94478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3273F78-786A-8E03-062D-CD1870B24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E4D7CBD-2C64-5505-7540-7397AA1C2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B8E314C-979B-43AF-4BE9-12790913C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041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691D82D-EAA7-BCAE-40BD-F077D120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1B062FB-8527-651B-FE46-889CBDAD0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37B083C-9DA3-EAA9-C3E3-4C8A9713A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6684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D090FE0-10DE-806B-E936-1477133D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E6B201D-B536-FAC6-F3E4-25CCE526E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F506A20-7C86-FD37-E6DD-1EF63BF39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3748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9486A6-F822-535E-3C32-9B6B6D92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50C0954-5EDC-E061-F9C1-202746AEA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0449D83-E08A-E0AA-BD73-6EE28D61DD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43827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AC63E3E-9F85-1652-FA59-B5A1F21E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1FF9793-F462-27DD-B49D-D5EA6ECA5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0F3C817-8081-4FDA-3BED-0581FD621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57896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F36853-378A-A9E7-D9A5-5C5B2FC5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6D95EEB-D6A2-49FB-E803-71340C0A3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AACAA31-4A6C-75A3-E91C-D6840DBEF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58717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52588B5-2C4B-A618-3C22-07568BCE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D8443EE-241B-FBCD-7373-3DFF77B11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0245F0F-7B42-E128-C62D-4BFC936AA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63066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84EFC01-AF89-6435-1F78-5CEEF398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76B93F7-8929-9787-5B92-8CB0994D1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456AB12-E0D1-1043-F06D-DA81A90EC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97011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745C7F-C8F8-5FA3-8EE6-CAA03B49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6BEAE93-11B5-99F7-3E0C-088AC35D0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C842DA2-305D-E6DC-C68F-6106A82D2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18790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9AAB61D-3D9D-106F-7A05-119C1AB4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C289EB2-098C-308F-B999-523A513C7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A152625-A255-31E9-4F6F-6CFE2E40D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1514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94A033C-D460-2ECE-0198-80ADB355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2730845-2D0B-0DB6-9931-69E106401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D0B2A92-16EA-EB0D-074B-76B90741DB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85960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35237B6-7641-1BBF-7556-7D7BC702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63B815B-1E7D-ECCF-5A3F-A4ADF50AD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FA73893-E86F-FB47-D7F1-4EB0E56D1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370171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58A7300-81CA-FFF5-38F2-8841A893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1EC587D-9B2E-1859-580D-956F2A509C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660382F-C2E6-B9AF-0C85-713741EE8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852588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2AF43A4-F7B7-2443-3BDD-1ED36BE1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80B43A0-670E-E04D-87E6-7EB428901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9C59B23-0AB1-6B5E-3601-27FFB1548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7537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EBA71BF-AB52-55BA-893D-0A4B4FA6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96A3F4D-1C95-3C6E-B81A-67BE95477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BA1BBA9-5286-3092-1FEE-36F9E6E18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17260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121C893-F947-4C52-BB46-850F18742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36D53DE-E4D7-0A02-DEA9-BE61228C72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FC481E4-C6E4-5044-EA3A-E3FE873ED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2202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89BDC33-472B-3FD5-0674-03582A56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0F997CA-0245-6D6F-F956-0555AA8A8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CC2F1BD-DE26-00CE-8FD9-38042593E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110614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92DCA44-0374-D239-3C50-6D9BFE34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662FFA7-C50B-D94F-BD00-F77222598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E06B42-BC3E-6A14-C7AB-E1BCED9E1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048486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7930824-E6F1-0C54-3B4D-487F020E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5F9DDC-4BCE-42DC-25BA-5ABA62CDEC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39B4E95-2380-8867-1A39-B04791606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904318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8E2BD5F-2FC7-6C8E-89CB-6FC88A44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44B85A3-90F3-BCDC-659C-C0D5E784F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5863A5B-4B59-605C-ED3C-AA7DAE3B3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05922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17B7ACE-B8C0-1234-30D1-129E866E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6454932-0C70-D23F-FC01-803228E3C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D146EEC-B93C-0692-EF53-E7EDE9C3D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359017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B443DC3-F88B-0207-0034-587AC7B98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9B92BF4-C7BD-7660-A44C-EA35745313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E9EB1F4-9D37-4312-9FB0-985DFF129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305463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5F261F4-39CC-3BCE-E949-2995E9978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F87A6C3-1F85-09AB-CFBE-08127BCB6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7B57AE6-E608-072D-F10E-8844020B2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165543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BC26D5E-3708-9EB6-678A-A2CA3645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0E494D2-A98D-114B-0EF5-0A2A35390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AF41F23-4764-DFB2-FC9E-4488AAD05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9282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52FDFD1-E010-D9B0-DCDA-B6310BA4B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AA1BA4A-B5CB-FF57-A4C2-5FFEE7666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B0E510B-2F3A-F7FC-F0C6-F804D3366E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03830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790272D-DE51-D636-F594-20F5E8D6C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3A9623A-3D3C-632D-C8C2-586E165D1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CB72546-A1A8-A470-518D-19CF31025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192911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CA49BCB-7FF3-4E46-463B-1C2D0535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DAF2215-87EC-D4D7-E3A6-FF3758BCB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4A0CAC0-264C-A6F9-80A5-3BC2849CB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5616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7FFDB52-77F9-A142-176E-CBFB6033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EDEF9F2-7A17-0FC0-33EE-656D9BB3E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4ED9CC7-EFBD-DEBB-58F9-DD4D50154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473214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8AA4EE1-0FF4-C8B8-12F3-BC5CF54F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4A3BB56-1CBA-83C4-8B16-E28B53B9F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7702C39-A55A-249D-113F-F4483290A8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8070629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C713F6E-274E-0E77-E245-28A226AE4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2CBBB36-1767-31A3-3EF8-5498344F0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44A808D-1411-C9CA-7A60-FF1FECF83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013157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D26C6DF-C77A-F7DB-103E-437D0AA3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8B70F2C-7BF4-8C96-5207-21ED71E92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52EAF47-29D4-289A-7139-8581B1F35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9822646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692F2DF-E03A-A193-589B-81E9D22FC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FB58217-2CBB-136D-C348-F5734A44C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45FFCEE-C540-6A7B-1F5F-784159879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237708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60" y="499860"/>
            <a:ext cx="4813200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7. </a:t>
            </a:r>
            <a:r>
              <a:rPr lang="en-US" sz="4000" dirty="0" err="1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Потоки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(Stream). </a:t>
            </a:r>
            <a:b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</a:br>
            <a:r>
              <a:rPr lang="en-US" sz="4000" dirty="0" err="1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Метод</a:t>
            </a:r>
            <a:r>
              <a:rPr lang="en-US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 pipe()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3605D530-78B4-D96B-5E5D-8AD558C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968" y="1972128"/>
            <a:ext cx="2619000" cy="261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Научиться обрабатывать большие объемы данных (файлы, сетевые запросы), не перегружая оперативную память сервера.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53;g30f32ff6c42_0_5">
            <a:extLst>
              <a:ext uri="{FF2B5EF4-FFF2-40B4-BE49-F238E27FC236}">
                <a16:creationId xmlns:a16="http://schemas.microsoft.com/office/drawing/2014/main" id="{9C35577A-0D27-3701-157A-B3EF66FDD7FD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Концепция потоков: Зачем они нужны? Типы потоков.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Stream: Как забрать данные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Stream: Как отправить данные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Метод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«Соединяем трубы»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Практическое применение: Стриминг видео/аудио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Концепция потоков. Типы потоков.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869244"/>
            <a:ext cx="8150700" cy="427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проблема обычного подхода?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используем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Node.js пытается считать файл целиком в оперативную память (RAM).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файл весит 2 ГБ, а у вашего сервера свободно всего 1 ГБ, программа завершится с ошибкой JavaScript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heap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out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of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memory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Даже если памяти хватает, сервер будет «заблокирован» на несколько секунд, пока читает файл, и не сможет отвечать другим пользователям.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поток (Stream)?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Поток - это абстрактный интерфейс для работы с данными по частям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Вместо того чтобы ждать загрузки всего «бассейна» данных, мы открываем «кран» и обрабатываем каждую упавшую каплю (порцию данных) немедленно.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Преимущества: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Эффективность по памяти: Вы можете обработать файл любого размера (даже 100 ГБ), используя всего 10–20 МБ оперативной памяти.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Эффективность по времени: Обработка (например, сжатие или отправка по сети) начинается сразу, как только пришел первый «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», не дожидаясь конца чтения.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 потоков в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Все потоки в Node.js являются экземплярами класса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EventEmitter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поэтому они работают на событиях. Существует 4 основных типа: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C9E0BB7-D974-9371-658F-71B52B36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9E1F4DF-48C6-2663-1860-CCDC044B54F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(Потоки чтения)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Источник, из которого мы забираем данные.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fs.createReadStream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(чтение файла),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reprocess.stdin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q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(входящий запрос в HTTP-сервере), (ввод в терминале).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Ключевое событие: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(пришла новая порция данных).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2633102-000D-EF41-BBA8-E61432769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64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E772C4E-3BFF-CFC5-8C57-9A855684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E301C9F-C537-C3AC-B56D-E03E1B31756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(Потоки записи)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Место назначения, куда мы отправляем данные.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fs.createWriteStream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(запись в файл),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(ответ HTTP-сервера),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process.stdout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(вывод в консоль).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Ключевой метод: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BEE69B5-C4AE-0060-3403-CB0F3818A0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29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64E01D0-48E5-C11C-8074-41544657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4F12869-3F7E-F475-C8E7-73E4FB336CC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Duplex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(Двусторонние)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Поток, который является одновременно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Вход и выход независимы.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net.Socket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(TCP-соединение). Вы можете одновременно отправлять данные и получать их.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4AC2FA7-D1DE-CB83-BB8E-4B14950AFF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6165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EB742EA-7A07-F5B2-B93F-58F245D9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B335996-E3A1-A2F6-AE33-FF29758E29D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Transform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(Преобразующие)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Разновидность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Duplex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-потоков, которые изменяют данные «на лету» в процессе передачи.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zlib.createGzip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(сжатие данных),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crypto.createCipheriv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(шифрование).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Суть: Данные входят в одну сторону, меняются и выходят из другой.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0381E31-A46D-EBAE-4054-DDE9DEBC14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694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F4F82F7-F7DC-B636-5A37-B8235444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A866608-509A-406A-456A-0F1830AFE0A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Сравнительная таблица: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14937CF-E692-3052-BB90-029706C45F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790353-8E9C-6FA4-E207-FF0295468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372" y="1286934"/>
            <a:ext cx="8100905" cy="25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90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B9EC46E-871C-6519-196D-91CA688A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AD75CB0-C960-8FE2-D81F-F3E8C10F4FC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«Потоки - это не способ хранения данных, это способ их транспортировки.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Если данных много или они приходят постепенно (как видео из интернета), мы используем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Streams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Главная идея: «Не жди всё, работай с тем, что уже пришло».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E1F6460-F85D-9D34-3292-81A84458E6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7235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Readable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 Stream: Как забрать данные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1230489"/>
            <a:ext cx="8150700" cy="3777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b="1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b="1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</a:t>
            </a: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мы читаем файл через поток, Node.js не выдает его по одному символу.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выдает данные порциями, которые называются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(куски).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По умолчанию размер одного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чанка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Node.js - 64 КБ.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•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обычно приходит в виде объекта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(сырые бинарные данные).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мы хотим работать с ним как с текстом, нужно указать кодировку.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CB1E5B1-51BA-430B-A7EC-13A6477F7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B7525F-1E29-3D09-A036-B76809B58A0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Два режима работы потока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Потоки могут находиться в одном из двух состояний: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Paused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(Приостановлен): Данные не текут сами по себе. Мы должны явно просить их (например, методом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Flowing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(Текущий): Данные передаются максимально быстро, как только они становятся доступны. Этот режим включается автоматически, как только мы добавляем обработчик события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68E42A8-F1DB-5152-5B4B-BFC04B12D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131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63D02BC-F75C-E905-49B2-1F04BE11F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50EF130-E7BA-4B38-7EB2-75A402B15D81}"/>
              </a:ext>
            </a:extLst>
          </p:cNvPr>
          <p:cNvSpPr/>
          <p:nvPr/>
        </p:nvSpPr>
        <p:spPr>
          <a:xfrm>
            <a:off x="320399" y="502276"/>
            <a:ext cx="8359961" cy="14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события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Работа с потоком чтения строится на прослушивании четырех ключевых событий: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B562C4D-0FA0-96DC-DA73-EE6E37F60B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1BFF09-67BD-C270-C398-3B138AD96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94" y="1919110"/>
            <a:ext cx="7588249" cy="301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03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B57EB0D-434C-0B77-F00C-BEA30CE4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49E9A2D-E43D-1D0B-00C7-0D7F19D9CE7B}"/>
              </a:ext>
            </a:extLst>
          </p:cNvPr>
          <p:cNvSpPr/>
          <p:nvPr/>
        </p:nvSpPr>
        <p:spPr>
          <a:xfrm>
            <a:off x="48275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8DD8887-F7F3-E9E9-9870-E377BE8B79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4E38BF-1284-1E64-72E8-71E20EFA0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36" y="1147762"/>
            <a:ext cx="8118524" cy="3249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48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67A414D-D9D4-1C45-84FB-D7CC26C4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CD62433-FFF9-9DDB-8162-55375D91C03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fs.createReadStream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Этот метод создает и возвращает объект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который связан с конкретным файлом.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принимает два аргумента: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(строка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Путь к файлу. Рекомендуется всегда использовать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(), чтобы избежать проблем с путями в разных ОС.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options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(объект): Набор настроек (необязательно).</a:t>
            </a:r>
            <a:endParaRPr lang="ru-RU"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DDDE4FF-25DE-56C8-B1D9-C088E75B63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4443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E7106CF-EAAF-D334-5E75-876C4A35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1942E6E-320F-4741-0BA7-18061303F5A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свойства объекта настроек: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encoding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По умолчанию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null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(возвращает данные в виде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Если указать 'utf8', Node.js будет автоматически декодировать байты в текст.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highWaterMark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Размер «порции»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в байтах. По умолчанию - 64 КБ.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/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Позволяют читать не весь файл, а только определенный диапазон байт (удобно для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докачки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файлов).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Номер байта, с которого нужно начать (отсчет с 0).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Номер байта, на котором нужно закончить (включительно!).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EF81081-1B7A-1BF9-8233-BA2A211B6A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681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294C4A3-263A-C1FE-4829-39A59EEF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A3F1538-81FB-2989-A52D-EB419C000FC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возвращает?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возвращает объект класса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fs.ReadStream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отличие от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этот метод не читает файл сразу. Он лишь «подготавливает трубу».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Чтение начнется только тогда, когда вы: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	Добавите обработчик события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	Вызовете метод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	Или вызовете метод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resume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9F3FF07-4B1A-31B1-CA44-97A572FA20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0632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B3B4780-036E-3449-9612-42C41931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25AD7F1-1150-045C-55DF-F1BA4980928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за объект 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fs.ReadStream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вы пишете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const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=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fs.createReadStream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(...)</a:t>
            </a:r>
            <a:endParaRPr lang="en-US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вы создаете «умную трубу». Этот объект не содержит в себе весь файл сразу.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Он умеет постепенно доставать данные из файла и передавать их вам.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D94BE49-4CC2-AF92-D316-1195C980F7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671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C02EDD2-F345-FF8C-916A-AF41A255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47DF8CD-CFE1-1076-787F-D53497D567B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 этого объекта есть встроенные методы для управления процессом: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stream.pause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«Пауза». Остановить чтение данных. Полезно, если программа не успевает их обрабатывать.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stream.resume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«Пуск». Продолжить чтение после паузы.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stream.destroy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«Уничтожить». Немедленно закрыть поток и освободить файл.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stream.pipe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destination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«Перенаправить». Автоматически передать данные из этого потока в другой (например, сразу в файл записи).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9589DC0-91CE-4E84-4C59-FEE86B18CE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8694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3A43714-EE4B-39EF-661B-1A4925889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D2B1074-FA84-A298-C293-DA1DE81A8E5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за метод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Поскольку Node.js - событийная среда, мы не ждем, пока функция что-то вернет. Мы подписываемся на события.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«ухо» вашего скрипта.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Первый аргумент - название события (строка, например, 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Второй аргумент - функция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callback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которая сработает, когда это событие произойдет.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Аналогия: Это как заказать пиццу и сказать: «Когда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курьер приедет (событие), позвони (функция) мне». Вы не стоите у двери, вы занимаетесь своими делами, пока не сработает событие.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94F9BFC-C5E7-8586-C161-89ED8F162F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7960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54746E4-46A1-CED0-1243-5B637101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3F204D1-7108-8E4B-804E-2D83C9119B5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Разбор конструкции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stream.on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0" i="0" u="none" strike="noStrike" cap="none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"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это стандартное имя события. Оно означает: «Внутренний буфер заполнился данными (на 64 КБ), и я готов их отдать».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function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это функция, которую Node.js вызовет автоматически.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 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sym typeface="Mulish SemiBold"/>
              </a:rPr>
              <a:t>чанк</a:t>
            </a:r>
            <a:r>
              <a:rPr lang="ru-RU" sz="3000" dirty="0">
                <a:solidFill>
                  <a:srgbClr val="FFFF00"/>
                </a:solidFill>
                <a:latin typeface="Mulish SemiBold"/>
                <a:sym typeface="Mulish SemiBold"/>
              </a:rPr>
              <a:t>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sym typeface="Mulish SemiBold"/>
              </a:rPr>
              <a:t>- это аргумент, в который Node.js положит кусочек данных, считанный в этот конкретный момент.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A53CB9A-5BD0-BB91-312B-75E07FC129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C71740-004C-484A-35E0-51BEAB660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28" y="1082094"/>
            <a:ext cx="7506317" cy="148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245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45239F5-EDFF-30EC-1AAD-69CAA2B1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39F9F59-A992-B17C-05CC-D552AA43B3FF}"/>
              </a:ext>
            </a:extLst>
          </p:cNvPr>
          <p:cNvSpPr/>
          <p:nvPr/>
        </p:nvSpPr>
        <p:spPr>
          <a:xfrm>
            <a:off x="320399" y="372534"/>
            <a:ext cx="8359961" cy="46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ваш файл весит 1 МБ, а размер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чанка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 умолчанию - 64 КБ, то событие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сработает примерно 16 раз.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Внутри функции вы будете получать по 64 КБ данных за один раз.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это работает пошагово: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читает первые 64 КБ → срабатывает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") →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попадает первая часть → вы её обрабатываете.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 читает следующие 64 КБ → снова срабатывает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("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") → в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попадает вторая часть...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...и так до конца файла.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4CBD7FC-ECAB-E0FB-9F0F-7FE984D36C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4780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07C5943-FA1F-FB23-6E8B-78D218BF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98741A2-485B-0F79-6235-439BA7681AFB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Краткая шпаргалка по событиям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Помимо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у объекта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есть еще три важных «сигнала»: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", ...)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сработает один раз, когда файл закончится.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", ...)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сработает, если файл не найден или произошел сбой.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open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", ...)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сработает в самом начале, когда файл только-только открылся.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77E1969-501B-0120-2C03-4220AD3793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8211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C057649-FC8E-880D-A52A-EB98A47A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4BCEF2D-6B62-9FD6-A1AB-11924A70D97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(полный контроль):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25D8CF3-973A-8AF7-C1FE-9302606F0A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9145D8-566E-361D-4D14-D7278EC91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84" y="1210909"/>
            <a:ext cx="7795860" cy="35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90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390EE4F-679E-536C-1719-0523EB23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B18FAE0-0441-1628-E590-F3A80283C90F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40F7005-6215-FF8C-ACC1-FB65F47A10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E60523-2861-BF9F-166F-81CA51A34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86" y="1411111"/>
            <a:ext cx="8084073" cy="23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42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3FFFE53-DA4F-178C-4855-AEF47FEB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E92236C-2325-1F14-37F9-46E7606198B9}"/>
              </a:ext>
            </a:extLst>
          </p:cNvPr>
          <p:cNvSpPr/>
          <p:nvPr/>
        </p:nvSpPr>
        <p:spPr>
          <a:xfrm>
            <a:off x="320399" y="259644"/>
            <a:ext cx="8359961" cy="488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Поток - это не данные, это способ их доставки.</a:t>
            </a:r>
            <a:endParaRPr lang="ru-RU"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Объект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 него есть методы для контроля 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pause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resume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destroy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используется для подписки на события.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Событие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"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способ получать файл по частям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чанками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не забивая память сервера.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</a:rPr>
              <a:t>Чанки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 - это «порции» данных, которые позволяют работать с гигантскими файлами по чуть-чуть.</a:t>
            </a:r>
            <a:endParaRPr sz="30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F4951EB-4AA1-16AE-A634-646D2EC22C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7910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A9DE5FED-18C4-65F0-731C-91FBA0E7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34F29DAF-A39B-E514-5138-F96DE7AA5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</a:t>
            </a:r>
            <a:r>
              <a:rPr lang="ru-RU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Writable</a:t>
            </a:r>
            <a:r>
              <a:rPr lang="ru-RU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 Stream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: Как отправить данные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8ECCFE4-B101-5330-476B-6022E6B72C9A}"/>
              </a:ext>
            </a:extLst>
          </p:cNvPr>
          <p:cNvSpPr/>
          <p:nvPr/>
        </p:nvSpPr>
        <p:spPr>
          <a:xfrm>
            <a:off x="320400" y="1286933"/>
            <a:ext cx="8150700" cy="3641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b="1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</a:t>
            </a: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поток, предназначенный для записи данных в определенное место (файл, ответ сервера, терминал).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 он представлен объектом класса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fs.WriteStream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который мы создаем методом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fs.createWriteStream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отличие от потока чтения, который «кричит» нам через события, когда данные готовы, в поток записи мы сами отправляем данные, когда нам это удобно.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0AC53F8-E0E4-76DE-C521-026F202739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647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022EF29-E3A6-D933-4F53-029D7D560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2654D18-008D-644B-8659-56FF758948C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55051C8-3A3A-2473-7BDA-C318F3E536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F3B554-EF53-DF2D-C789-71352B4ED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65" y="1236284"/>
            <a:ext cx="8129295" cy="340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70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DF243E8-C245-CE28-EFC3-41269C56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B572380-C82B-FE12-0D53-E6907D81E14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методы управления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stream.write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Главный метод. Отправляет порцию данных в поток.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Можно вызывать многократно.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Можно передавать строку или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Buffer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stream.end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([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])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Сообщает потоку, что данных больше не будет.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После вызова этого метода записывать что-то в поток уже нельзя.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передать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качестве аргумента, он будет записан последним перед закрытием.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stream.destroy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Немедленно закрывает поток, отменяя все незавершенные операции записи.</a:t>
            </a:r>
            <a:endParaRPr lang="ru-RU"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6CD5BDF-DEC1-CDEF-CD9B-E65958B23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09197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7FF95C0-D808-4C36-5DA8-9BBFF791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AF1E24A-7F4B-DF66-0C02-09AFDE95B77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Основные события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 Stream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2A747C4-3479-6063-F127-8193CD9E7E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404B6A-5AE5-12C7-34F3-0D9F3E031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81" y="1242400"/>
            <a:ext cx="7523438" cy="33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57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57FA485D-FDB0-49CD-3D9A-E8A9B49B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D3EF162-7D94-CBA5-35A7-63EB896C7BB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8A45AB7-6468-F636-04D6-B88C574AE6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01534A-C367-194D-B535-972E7A680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19" y="1158037"/>
            <a:ext cx="7849659" cy="347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09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51B944A-DFA3-B99D-A22B-C272226C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0B1AE61-CE8B-CD0A-38FE-99C302EA262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94094FC-F728-B16E-EB98-E9966A5CD2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F61433-16C8-AC39-07E8-21FE05A119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79"/>
          <a:stretch>
            <a:fillRect/>
          </a:stretch>
        </p:blipFill>
        <p:spPr>
          <a:xfrm>
            <a:off x="719305" y="1219199"/>
            <a:ext cx="7792517" cy="301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76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7DC69D4-737B-E663-E2B1-644C5D76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D09F41A-2979-4C04-6949-2AC0D3D473A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Важно запомнить: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(Чтение) - событие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(источник иссяк).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 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(Запись) - событие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finish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(работа по записи завершена).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5DC67B9-4F07-941C-11FD-8C50A750EB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37223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59E4668-1E23-7614-B56F-497F06E65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7A8060A9-1301-F977-D8B4-2D5D278A5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Метод </a:t>
            </a:r>
            <a:r>
              <a:rPr lang="ru-RU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.</a:t>
            </a:r>
            <a:r>
              <a:rPr lang="ru-RU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pipe</a:t>
            </a:r>
            <a:r>
              <a:rPr lang="ru-RU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() 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- «Соединяем трубы»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1BF9649-01A2-956C-0F4B-55422F90ED48}"/>
              </a:ext>
            </a:extLst>
          </p:cNvPr>
          <p:cNvSpPr/>
          <p:nvPr/>
        </p:nvSpPr>
        <p:spPr>
          <a:xfrm>
            <a:off x="496625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главная проблема ручного копирования?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мы будем вручную читать данные через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') и сразу записывать их через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мы столкнемся с проблемой разности скоростей.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Мы читаем файл с быстрого SSD, а записываем на медленную флешку или отправляем в интернет по слабому каналу.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Результат: Данные будут накапливаться в оперативной памяти быстрее, чем успевать уходить. Это приведет к переполнению RAM и «падению» процесса.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294F6AF-69D4-38E3-190B-2C2CDC48F6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1730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3B3CA37-A8E5-721D-D1E7-35B9C8E4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BB5F099-3B3F-80E2-B515-27BD4BC18FC5}"/>
              </a:ext>
            </a:extLst>
          </p:cNvPr>
          <p:cNvSpPr/>
          <p:nvPr/>
        </p:nvSpPr>
        <p:spPr>
          <a:xfrm>
            <a:off x="320399" y="502276"/>
            <a:ext cx="8359961" cy="365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такое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en-US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pipe()</a:t>
            </a: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  <a:endParaRPr lang="ru-RU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b="1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pipe()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(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переводе «труба») - это встроенный механизм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Node.js,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который связывает поток чтения (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 потоком записи (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Writable).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Синтаксис: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DFF2707-34ED-98AB-F272-B9952418A9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DAAC4D-DC18-3A06-4DDD-4EAE27033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825" y="4044407"/>
            <a:ext cx="7643108" cy="59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57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43EBCEE-CF4C-56A2-78F7-6F0369F9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0D08D7E-E754-270C-46E0-BAA82D35C46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 причины использовать 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b="1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b="1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Автоматизация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Не нужно вручную слушать события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и '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error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’.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Управление памятью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Backpressure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): Метод сам следит за скоростью. Если поток записи занят,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приостанавливает поток чтения и возобновляет его только тогда, когда место освободится.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Автозавершени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 Как только в источнике закончатся данные,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сам вызовет метод .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у приемника, корректно закрыв файл.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B297854-4945-0EA7-4397-4EC626513F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2704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58E8AF8-E185-6AD4-3E8B-D018928E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B2300F0-92F0-32C0-1E43-47276B4399D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Пример: Копирование файла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795AD43-2828-C6A7-F435-CB51CDCBE7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B30CB9-1D2C-0623-5FDE-9557CC761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" y="1148291"/>
            <a:ext cx="8236876" cy="358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870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3B6F406-A774-9454-D5BE-25BE6786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1A59FAD-2C95-63EE-2B61-D5F3DE56FA8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Цепочки потоков (</a:t>
            </a:r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Chaining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возвращает поток назначения.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Благодаря этому можно строить целые конвейеры обработки данных.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634E23E-966C-2469-4CDD-E79207350A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8538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22CCEC0-FB82-2A90-9EA6-8CFC9098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32F1766-D6C1-9951-73DA-14EC22DCDE31}"/>
              </a:ext>
            </a:extLst>
          </p:cNvPr>
          <p:cNvSpPr/>
          <p:nvPr/>
        </p:nvSpPr>
        <p:spPr>
          <a:xfrm>
            <a:off x="320399" y="248895"/>
            <a:ext cx="8359961" cy="91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Пример, Чтение -&gt; Сжатие -&gt; Запись в файл: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AF574CE-AAF5-C363-7C7E-EF7F441298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AB26FB-9630-5FBF-AC56-84788401B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13" y="1061155"/>
            <a:ext cx="8028731" cy="38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97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961B27D-2A90-21AB-87C7-DAFE0C93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9D48518-0E35-141F-616A-BD8C22DF120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это «умный мост» между чтением и записью.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Главное преимущество - автоматический контроль потребления памяти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Backpressure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вам нужно просто передать данные из точки А в точку Б без сложной логики в процессе - всегда используйте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D31A1E1-788E-17C2-7CA8-5FDE692346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4658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AE6F8D7-B1E3-BE00-BFB0-4BF4BD29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86F5759-9DF5-6F69-BB37-47CCD9BCE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5BBEEDE-6B13-6C38-7992-2793B63FCDD1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Потоки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vs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Буферы: Вместо того чтобы загружать файл целиком в RAM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), мы обрабатываем его по частям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chunks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 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Потоки позволяют держать потребление памяти стабильно низким (обычно около 64 КБ на поток)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Работа с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Stream строится на подписке на события. Главное из них - 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', которое приносит новую порцию данных.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Метод .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pipe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(): Это «золотой стандарт» соединения потоков. Он автоматически управляет скоростью передачи 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Backpressure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Типы потоков: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       -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Readable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только чтение.</a:t>
            </a:r>
          </a:p>
          <a:p>
            <a:pPr lvl="2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       -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Writable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только запись.</a:t>
            </a:r>
          </a:p>
          <a:p>
            <a:pPr marL="801688" lvl="2" indent="-801688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         -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Transform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изменение данных «на лету» (например,   сжатие).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4BA2828-356E-EAB6-EC8F-8F8112CB39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2690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320400" y="978794"/>
            <a:ext cx="8150700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 произойдет с Node.js процессом, если мы попытаемся считать файл размером 8 ГБ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fs.readFile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на сервере с 4 ГБ оперативной памяти?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размер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чанка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 событии 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не всегда равен значению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highWaterMark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чем принципиальная разница между событиями 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 и 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finish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'? К каким типам потоков они относятся?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при копировании файлов из одного места в другое метод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src.pipe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dest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 лучше, чем ручная подписка на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src.on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('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')?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Courier New" panose="02070309020205020404" pitchFamily="49" charset="0"/>
              <a:buChar char="o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использовать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fs.createReadStream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чтобы прочитать только последние 100 байт файла? (Подсказка: параметры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start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end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).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2236</Words>
  <Application>Microsoft Office PowerPoint</Application>
  <PresentationFormat>Экран (16:9)</PresentationFormat>
  <Paragraphs>191</Paragraphs>
  <Slides>44</Slides>
  <Notes>44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1" baseType="lpstr">
      <vt:lpstr>Mulish ExtraBold</vt:lpstr>
      <vt:lpstr>Courier New</vt:lpstr>
      <vt:lpstr>Arial</vt:lpstr>
      <vt:lpstr>Mulish SemiBold</vt:lpstr>
      <vt:lpstr>Mulish Black</vt:lpstr>
      <vt:lpstr>Times New Roman</vt:lpstr>
      <vt:lpstr>Office Theme</vt:lpstr>
      <vt:lpstr>ДЕНЬ ОТКРЫТЫХ ДВЕРЕЙ</vt:lpstr>
      <vt:lpstr>Цель занятия:</vt:lpstr>
      <vt:lpstr>Учебные вопросы:</vt:lpstr>
      <vt:lpstr>1. Концепция потоков. Типы потоков.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Readable Stream: Как забрать данные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Writable Stream: Как отправить данные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Метод .pipe() - «Соединяем трубы»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16</cp:revision>
  <dcterms:modified xsi:type="dcterms:W3CDTF">2026-04-10T19:41:27Z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