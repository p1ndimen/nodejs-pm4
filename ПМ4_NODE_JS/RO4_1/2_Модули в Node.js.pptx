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63" r:id="rId3"/>
    <p:sldId id="262" r:id="rId4"/>
    <p:sldId id="264" r:id="rId5"/>
    <p:sldId id="265" r:id="rId6"/>
    <p:sldId id="301" r:id="rId7"/>
    <p:sldId id="299" r:id="rId8"/>
    <p:sldId id="302" r:id="rId9"/>
    <p:sldId id="303" r:id="rId10"/>
    <p:sldId id="300" r:id="rId11"/>
    <p:sldId id="304" r:id="rId12"/>
    <p:sldId id="305" r:id="rId13"/>
    <p:sldId id="306" r:id="rId14"/>
    <p:sldId id="298" r:id="rId15"/>
    <p:sldId id="307" r:id="rId16"/>
    <p:sldId id="308" r:id="rId17"/>
    <p:sldId id="309" r:id="rId18"/>
    <p:sldId id="316" r:id="rId19"/>
    <p:sldId id="317" r:id="rId20"/>
    <p:sldId id="310" r:id="rId21"/>
    <p:sldId id="311" r:id="rId22"/>
    <p:sldId id="312" r:id="rId23"/>
    <p:sldId id="297" r:id="rId24"/>
    <p:sldId id="313" r:id="rId25"/>
    <p:sldId id="314" r:id="rId26"/>
    <p:sldId id="322" r:id="rId27"/>
    <p:sldId id="296" r:id="rId28"/>
    <p:sldId id="315" r:id="rId29"/>
    <p:sldId id="320" r:id="rId30"/>
    <p:sldId id="321" r:id="rId31"/>
    <p:sldId id="323" r:id="rId32"/>
    <p:sldId id="324" r:id="rId33"/>
    <p:sldId id="319" r:id="rId34"/>
    <p:sldId id="325" r:id="rId35"/>
    <p:sldId id="326" r:id="rId36"/>
    <p:sldId id="318" r:id="rId37"/>
  </p:sldIdLst>
  <p:sldSz cx="9144000" cy="5143500" type="screen16x9"/>
  <p:notesSz cx="6858000" cy="9144000"/>
  <p:embeddedFontLst>
    <p:embeddedFont>
      <p:font typeface="Mulish Black" panose="020B0604020202020204" charset="-52"/>
      <p:bold r:id="rId39"/>
      <p:boldItalic r:id="rId40"/>
    </p:embeddedFont>
    <p:embeddedFont>
      <p:font typeface="Mulish ExtraBold" panose="020B0604020202020204" charset="-52"/>
      <p:bold r:id="rId41"/>
      <p:boldItalic r:id="rId42"/>
    </p:embeddedFont>
    <p:embeddedFont>
      <p:font typeface="Mulish SemiBold" panose="020B0604020202020204" charset="-52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A0AD077-2550-1387-E56C-F37A99DA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22C2A8A-0647-A341-4538-3017ADE17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43AC641-FB97-2099-D915-C4207470E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1881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6619D26-0D33-27F8-273A-5E66B73A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D29EC14-CB8F-1F02-E076-697C4B76F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06C2AD9-E513-D4A7-D01F-AF4809FEC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31288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0B6F14F-9901-CF1A-9A76-EF63FDC5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9C36A56-4F94-C000-A607-B7478474E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DC75C94-493C-2ACE-5486-7C95E5EEF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6298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300D4FF-9F6A-09DA-5966-6EC1FEA81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DBEBA75-5E66-04F0-19C8-93875E35D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3137A5A-C776-C982-626D-499E45D47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56526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33AEB92-F0D6-AC75-DF4A-609FA2332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D4748EF-5180-0223-A9F1-B4FEDF8A4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53558FB-60A0-A245-C9F5-FCC2C91F3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85955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FE583D9-3AE3-9356-574B-F1C6FCD8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ED96BEB-54C7-1818-0F0F-ACD3A75EBE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0CEBEC7-45A4-30C1-A155-C52EC68A7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66802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620438B-CCE9-002F-DFB6-65239E153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8147FAE-D145-1CAA-8DC7-0B7E27D2DC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3FEFE71-819F-BA26-5191-155DC70E5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40427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C076016-740E-00CD-5C4B-8FAFFB55F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FE46860-8122-8EC2-D6C7-6D10371D1D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E0A74F6-DFB6-66F5-D61E-1E353EF81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22448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D277E55-3533-B2EF-9534-4C75424E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87D938E-4159-7C89-970A-D87F82DFB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EB2C8C4-B2F1-43A0-ED5F-CF5119A60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91909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6CAA62A-CC8D-76B4-6385-7D5F4675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BA326A3-18AB-5282-B545-9CB22D3B0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C60F6BF-760E-388F-188A-9D8748ADF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40870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96AC3D4-DFCF-349B-7E73-4FEEFFC0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67DCF2D-02E7-8F6C-7AEF-36E2F354F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46F48BE-2AB8-FB60-5351-B39D80F1B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56752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46534F7-FF03-FFDC-FBD8-D00C8DDA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65FE62E-860E-ED40-FD4E-12237E455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048B0C3-1295-6FB5-C8CB-60C43B1601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67365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EB9518B-1844-246E-9BD1-65B810FB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03C466C-5405-8BEE-9BE1-40B19EF3D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1772941-19BF-1A4D-8D7A-98DC9A325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61871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CC89137-1304-9B4A-3222-09BF0F42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00A3AB9-9983-1D9B-26B7-6257DD7EC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A9D5CB4-CA20-7967-15A3-6766B85C8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553966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83CDFD6-38CE-B557-18A9-2F9E4133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CD6D75A-131B-44DB-7A37-AF7F0979E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FBC9D9A-C754-29F9-E86C-55A559F11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687772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FEA9528-AB75-ED2C-FB7E-C68299D0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6BEF2BA-8D8C-1754-DE05-83504633C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3253A42-C08A-4418-8EBC-6813CADB7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406037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E88B704-9629-6EAC-F40D-8C36D860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AC2BD96-BD27-B4EF-8920-4668F9758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5396FFC-1353-3541-6F0C-F39BE1716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49056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053C5E2-7D52-8DCB-68A3-EE19C09B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C4D8E4B-3288-7DA1-41CF-B1AEE04C6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9A5F332-73AE-D091-3AA0-CD09EA164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15996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3A27288-232D-E75E-DE12-A90A7AC7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BA76582-B871-275B-D044-905CA87F3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666B5E6-586D-E2A4-ABB2-B118C4B55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401828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EA45836-89E0-DBD2-8852-47E048AD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A1F14AA-5FBC-88DE-AE72-9DD057E7A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DDD6843-25AE-DB71-CCA1-4D0E27361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330845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EBC12F9-3376-0F95-931A-1806868F8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A0D9B3B-8D4B-B53B-341B-8D3894364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D87E83C-512C-95CF-B522-F25E87A93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998138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479DE66-88B6-3FBA-7C46-F2B9E33F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A5481A0-8528-CC7B-9C8E-1CB84526F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44FD3DA-D8A0-10AC-F59C-0F9FFB25C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548588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19516E6-BB9F-B68D-A4E5-7C8CFCF8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3EB9321-9B11-DF62-A2AA-E1CBC6612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4C25D04-C4CA-B860-5F60-79AAA1B72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279193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442A934-6595-0F29-E52A-477A3818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17F5495-7DF2-3E56-CBE2-38437D793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4CF46F3-FA33-5186-3540-F6953761B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423784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A50B4A3-BB71-2240-D9DA-4E8D941A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A8EAD44-EA71-840A-E675-B51A47702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FC96E7A-A760-1575-E13A-E05ACA2EC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315579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CE1D928-0C92-006C-B0E4-BF34364C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F28B4B4-9F14-AFE0-B068-CFCAAE2376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D630110-32E8-77DC-80DE-939B16CE8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724419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51B6728-74F5-FDDA-14FE-9FD9985D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E6977F5-E16D-A09F-6DAE-AC65CAAC9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27BA998-B9E1-78D6-6850-B7B7875EB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537206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73A71D1-6D81-AD62-CC0B-81C2C12A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30A35C3-8B8D-7114-5A66-EF61343B3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F1E1178-04B7-2866-1E9A-C6BBEA4A6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28791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 2. Модули в 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Node.js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60" y="1512048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Познакомить студентов с системой модулей Node.js - научить разбивать программу на отдельные файлы, подключать встроенные модули и сторонние пакеты.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Что такое модуль и зачем он нужен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2. Подключение модулей - функция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().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3. Встроенные модули Node.js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4. Сторонние модули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Что такое модуль и зачем он нужен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Проблема «одного большого файла»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Представим, что мы пишем программу и весь код держим в одном файле index.js.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Сначала это удобно - всё на виду. Но со временем файл разрастается: сотни, потом тысячи строк кода.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Найти нужное место становится сложно, а любое изменение может сломать что-то в другом месте.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158044"/>
            <a:ext cx="8359961" cy="477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Пока функций три - всё нормально. Но когда их станет тридцать, такой файл превратится в хаос.</a:t>
            </a:r>
            <a:endParaRPr sz="31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D354B3-E602-4C1E-38B3-FDB33E612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445" y="603376"/>
            <a:ext cx="5981354" cy="334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15CD53A-141F-7565-2A56-7D6D9D0CD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A24B2BE-6FF1-9552-51F3-327FB3D84E8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модуль?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- это отдельный файл с определённой задачей. Вместо одного большого файла программа разбивается на небольшие части, каждая из которых отвечает за что-то одно.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Тот же пример, но разбитый на модули: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Каждый файл - отдельный модуль со своей задачей.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9640030-C680-CDB9-7E1B-906B2BE8CE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CCD46-7260-3DCB-5F94-CE232F2A20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27" t="23351"/>
          <a:stretch>
            <a:fillRect/>
          </a:stretch>
        </p:blipFill>
        <p:spPr>
          <a:xfrm>
            <a:off x="2832394" y="2216814"/>
            <a:ext cx="3479212" cy="168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5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3B2D775-A23B-BBF8-8FDC-D86F28E63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5B3F87F7-6612-E20D-0F30-374AC4E4D1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Преимущества модульного подхода</a:t>
            </a:r>
            <a: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:</a:t>
            </a:r>
            <a:endParaRPr lang="ru-RU"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D6D3C38-0579-1C8D-B622-BEDE19D3B7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Читаемость - каждый файл небольшой и понятный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Повторное использование - готовый модуль можно подключить в другом проекте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Независимость - изменения в одном модуле не ломают остальные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Командная работа - разные разработчики работают над разными модулями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81D2053-45D0-310B-1064-A259001A93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489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781C43C-ED2E-45B9-F576-D7CEB212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59E0B6D-321F-0D8B-3C1F-5EECF4911BA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Модули в Node.js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каждый файл </a:t>
            </a:r>
            <a:r>
              <a:rPr lang="ru-RU" sz="3000" dirty="0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</a:t>
            </a:r>
            <a:r>
              <a:rPr lang="ru-RU" sz="3000" dirty="0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автоматически является модулем. По умолчанию всё что написано внутри файла - закрыто и недоступно снаружи.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сделать что-то доступным - нужно явно это экспортировать. Чтобы использовать в другом файле - нужно импортировать.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Экспорт -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Импорт: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math.js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=&gt;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экспортирует функции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=&gt;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index.js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                                        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        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(использует функции)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BCBD382-699C-31B6-E82B-783C0BC4F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025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03CB48D-7F06-0BDC-488F-46DF4A970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A09B1A3-57AC-E88F-018F-F09809E8467A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2DB4A60-F55C-0BC9-26D3-3243AE131D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84956B-7201-6D8B-CB5D-29AA026AD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14" y="1828800"/>
            <a:ext cx="8063276" cy="149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63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39671D5-8529-B183-DED1-E838D0E8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67FF9768-6D0B-5895-4FF4-463A99DBB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2. Подключение модулей - функция </a:t>
            </a:r>
            <a:r>
              <a:rPr lang="ru-RU" sz="3420" dirty="0" err="1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require</a:t>
            </a: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()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FDE27F8-F05E-F24A-BFBE-05B9467F12D9}"/>
              </a:ext>
            </a:extLst>
          </p:cNvPr>
          <p:cNvSpPr/>
          <p:nvPr/>
        </p:nvSpPr>
        <p:spPr>
          <a:xfrm>
            <a:off x="320400" y="1512711"/>
            <a:ext cx="8150700" cy="2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accent5">
                    <a:lumMod val="40000"/>
                    <a:lumOff val="60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встроенная функция Node.js для подключения модулей.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Она принимает путь к модулю или его имя, загружает файл и возвращает то, что модуль экспортировал.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74CAE6E-EC0F-FE66-7586-8113188B01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FE4171-37DC-624D-B40E-4AF32E8E6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25" y="4144164"/>
            <a:ext cx="6824480" cy="50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6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AA7413A-49B6-B820-6B7F-A03437CD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BBE03CA-535A-60AC-4E5B-CE945B01E8B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можно подключить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4C984DE-DC1D-E91D-B185-D29663B2EA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CB9ACF-4047-FD24-DBEC-2C73921D7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51" y="1379627"/>
            <a:ext cx="8022337" cy="246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19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ADD243C-7ABB-8D49-70E2-D904BE2D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41B03CD-BDD8-FA13-0433-0EF00A3A11F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Подключение своего файла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Создадим два файла: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math.js 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с функцией: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3C0E221-620D-82B7-B459-551F74DC1F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963B10-D2EC-DC38-9F81-0BA9121C8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27" y="2231542"/>
            <a:ext cx="7593679" cy="244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2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5B5DA3C-2608-00F9-F373-EE82BDEF3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D315C2D-D1C6-5812-6898-AD250F749A0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index.js 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подключаем и используем: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Путь начинается с </a:t>
            </a:r>
            <a:r>
              <a:rPr lang="ru-RU" sz="3100" dirty="0">
                <a:solidFill>
                  <a:srgbClr val="FFFF00"/>
                </a:solidFill>
                <a:latin typeface="Mulish SemiBold"/>
                <a:sym typeface="Mulish SemiBold"/>
              </a:rPr>
              <a:t>./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- это значит «в той же папке». Без </a:t>
            </a:r>
            <a:r>
              <a:rPr lang="ru-RU" sz="3100" dirty="0">
                <a:solidFill>
                  <a:srgbClr val="FFFF00"/>
                </a:solidFill>
                <a:latin typeface="Mulish SemiBold"/>
                <a:sym typeface="Mulish SemiBold"/>
              </a:rPr>
              <a:t>./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Node.js будет искать встроенный или сторонний модуль с таким именем.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C6556A2-3A0E-F61E-BEE3-8047BB94CB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EBAEF1-DE54-8090-8752-5569F59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65" y="1828800"/>
            <a:ext cx="7703920" cy="143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что это?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Node.js загружает файл, каждый файл получает специальный объект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 этого объекта есть свойство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exports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именно оно определяет, что будет доступно снаружи при подключении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 умолчанию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пустой объект {}.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Пока мы ничего не присвоили - снаружи ничего не видно.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функция стала доступна снаружи - присваиваем её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401765-8781-6DA7-A0D9-2F79B9809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4353356"/>
            <a:ext cx="6569338" cy="52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2959C2F-6502-434D-7723-21902589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26339E2-409A-206A-8F0A-7B0E8E972BD9}"/>
              </a:ext>
            </a:extLst>
          </p:cNvPr>
          <p:cNvSpPr/>
          <p:nvPr/>
        </p:nvSpPr>
        <p:spPr>
          <a:xfrm>
            <a:off x="320399" y="293512"/>
            <a:ext cx="8359961" cy="463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функций несколько - экспортируем их как объект: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1B18D88-0AC7-383E-727E-A1D695B269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3CE3F1-5328-56C3-210B-22AF3970D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1454728"/>
            <a:ext cx="7463719" cy="339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38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14287EF-9911-CDC2-4DC5-8D50A2C6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D2B6973-4B4C-221E-0E5C-55AC282E8A0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index.js: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A6E7222-FFD3-E520-F1EC-9F48845A73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160401-B88F-EA25-BEFD-501CEAA2C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3" y="1324857"/>
            <a:ext cx="7728833" cy="249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7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846CD59-3891-19C5-DD9D-0859911F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29F3BF5-0D92-B69F-B294-9F547CB24D0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Или через деструктуризацию: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5230A87-7DF2-FAA4-AD77-3AAFF6595F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9D62AB-5FEF-7918-2AA0-77CD98EEB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77" y="1486848"/>
            <a:ext cx="7787127" cy="21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0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7014BD9-8E5F-ABF7-7147-6CE70A01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236215A-788F-696E-8422-A539CCC3D3F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Результат тот же - это просто более короткая запись.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97946EA-5A8B-0007-FAB6-E6C1C9EADC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CE88B5-739F-DF95-5BD2-404733264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77" y="934759"/>
            <a:ext cx="7904179" cy="222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57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0CE5B20-444B-0064-A063-A5B2EB59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80C7394-AD74-59C6-BB99-EF561C6BC1D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Сокращённая запись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exports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Вместо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можно использовать сокращение - просто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exports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D3B7AA8-C937-5E6F-5BEE-7AF17788C2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215279-1F7C-E687-7522-3D1DF013B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921" y="2208081"/>
            <a:ext cx="5262916" cy="27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42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90EC7EE-798D-83E3-1272-8FBDE819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220BE9F-C3FC-9412-51F1-D6A1853EFE8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Простыми словами: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«дверь» из модуля наружу.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Всё что в неё положили - будет доступно в другом файле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Всё остальное остаётся внутри и недоступно снаружи.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6521EB0-3672-2851-75C6-6DE8E99B48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4828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9AFBB00-B0E7-5CAE-F1F3-66AEE6D0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06A57FF-8D26-DC53-182C-41E5D4178B2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Расширение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можно не писать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Node.js автоматически добавляет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js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, поэтому оба варианта равнозначны: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C569EE2-355A-941A-82C8-1D5E40E47F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F03FDA-E387-6761-ABFC-F0F37A279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840389"/>
            <a:ext cx="8023526" cy="81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02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34CCC39-FF30-0D9B-C92C-B76AEDB1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F22E239-153A-C51C-6B20-425575C91BA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Порядок поиска модуля.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вызывается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('название'), Node.js ищет модуль в следующем порядке: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Встроенный модуль - например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os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Файл в проекте - если путь начинается с ./ или ../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Папка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сторонние пакеты, установленные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7447968-821D-A279-69DF-59FC11E9DB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5820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Встроенные модули Node.js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Встроенные модули - это модули, которые поставляются вместе с Node.js. </a:t>
            </a: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Их не нужно устанавливать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Manager)  - они уже есть. Достаточно подключить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Обратите внимание - путь не начинается с ./. Это сигнал для Node.js что нужно искать встроенный или сторонний модуль, а не файл в проекте.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B4A516-E623-10D2-BB15-27D105226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00" y="2664885"/>
            <a:ext cx="7310791" cy="109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B644904-F7E3-BA73-DEC4-67722E48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4DA3602-5DE8-101A-A4C6-B75DEEA6FD4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встроенные модули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81714C1-16CE-1C1E-2D33-52EA080239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E26AA6-C94B-680A-6904-9797CF5B9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" y="1260474"/>
            <a:ext cx="7681736" cy="353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26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727FFF8-B225-870C-2B23-599BB095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E039DBE-52CF-A973-18CD-8438967E7FB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Пример: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5367799-3485-94F2-6C5E-810AE306A0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ED3371-640F-4552-F316-759505438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04" y="1312597"/>
            <a:ext cx="8066656" cy="251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08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B79DA22-A8EB-0D0C-FB0E-D47BB4A93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8F42653-96FC-7016-C138-1FF7207E0A6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Подробнее основные встроенные модули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разберем в следующих лекциях.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A9B954F-B90A-5AE7-494D-55B77F3ACC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2238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Сторонние модули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925689"/>
            <a:ext cx="8346900" cy="4002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Сторонние модули - это готовые пакеты, написанные другими разработчиками и опубликованные на npmjs.com.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Их не нужно писать самому - достаточно установить и использовать.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сегодняшний день на npmjs.com опубликовано более 2 миллионов пакетов - на любой случай.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844674D-7BAF-FF35-8E56-EEF24667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B4B753F-C08B-192A-8376-7CF9C8082F70}"/>
              </a:ext>
            </a:extLst>
          </p:cNvPr>
          <p:cNvSpPr/>
          <p:nvPr/>
        </p:nvSpPr>
        <p:spPr>
          <a:xfrm>
            <a:off x="320399" y="293511"/>
            <a:ext cx="8359961" cy="348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Установка стороннего модуля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Перед установкой любого пакета нужно инициализировать проект: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-y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Эта команда создаст файл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он хранит информацию о проекте и его зависимостях.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Затем установить нужный пакет: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название-пакета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После установки появится папка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в ней хранятся все установленные пакеты.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BECB3F-AE00-F26F-5F44-D6C712C09F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AE3E6C-BBDF-EE76-693F-71D6F343B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62" y="3496239"/>
            <a:ext cx="6806404" cy="143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83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88BB362-3C3F-3C3A-0807-FB77067F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B023C01-B6C8-EB34-2836-BF4B384C3BF4}"/>
              </a:ext>
            </a:extLst>
          </p:cNvPr>
          <p:cNvSpPr/>
          <p:nvPr/>
        </p:nvSpPr>
        <p:spPr>
          <a:xfrm>
            <a:off x="320399" y="270934"/>
            <a:ext cx="8359961" cy="476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- пакет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chalk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chalk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популярный пакет для цветного вывода текста в терминале.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Установка: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P.S: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устанавливается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chalk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версии 4, т.к. начиная с версии 5 пакет перешёл на ES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</a:rPr>
              <a:t>Modules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 и больше не поддерживает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</a:rPr>
              <a:t>require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().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Существует современный синтаксис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</a:rPr>
              <a:t>import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 - познакомимся с ним позже.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651C017-D3B5-7E51-C5AF-59BDAC031E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E12764-D923-D6BB-94BE-B5751B4551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94"/>
          <a:stretch>
            <a:fillRect/>
          </a:stretch>
        </p:blipFill>
        <p:spPr>
          <a:xfrm>
            <a:off x="380307" y="1944778"/>
            <a:ext cx="8443294" cy="3460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79BF674-F799-68FA-A30B-538868152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07" y="2458888"/>
            <a:ext cx="8443294" cy="4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0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347D341-7662-39DD-F48C-D10574B8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92429D6-9FA3-A5AD-1003-44B5E3099C67}"/>
              </a:ext>
            </a:extLst>
          </p:cNvPr>
          <p:cNvSpPr/>
          <p:nvPr/>
        </p:nvSpPr>
        <p:spPr>
          <a:xfrm>
            <a:off x="320399" y="316090"/>
            <a:ext cx="8359961" cy="4612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Использование:</a:t>
            </a:r>
            <a:endParaRPr lang="ru-RU" sz="3000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70D7CF2-CB8D-D328-C342-8B82AE54C5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E68DD0-5F82-6E1B-D31E-276F4F08C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22" y="915104"/>
            <a:ext cx="6700133" cy="19335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CB875C-0787-02C9-BCAC-09E43CD1A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22" y="3074980"/>
            <a:ext cx="6700133" cy="155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22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7A15540-DFAB-A90B-9B0C-1033CB42D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00598E2-35E2-141D-9135-7C372584F57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- пакет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lodash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lodash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популярный пакет с набором вспомогательных функций для работы с массивами, объектами и строками.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Установка: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lodash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E9BB62A-1E98-3FA1-5291-49785243EE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466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417F39-7715-43F0-A985-E161ADA8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B74BFBC-7EC1-B0E3-F1A3-A43389D30E9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Использование:</a:t>
            </a:r>
            <a:endParaRPr lang="ru-RU" sz="3000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D376606-680C-8D15-DC10-D5DDBD8889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01A2BE-0BE5-8232-50EA-DDB6B86B0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39" y="1457323"/>
            <a:ext cx="8246309" cy="242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19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D1EE076-D8CA-94AB-753E-ED21AC61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CF663DC-5F89-A032-3087-9F243E3036B7}"/>
              </a:ext>
            </a:extLst>
          </p:cNvPr>
          <p:cNvSpPr/>
          <p:nvPr/>
        </p:nvSpPr>
        <p:spPr>
          <a:xfrm>
            <a:off x="320400" y="451556"/>
            <a:ext cx="8150700" cy="4476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Отличия встроенных и сторонних модулей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57A64D6-4EAC-F950-88EB-6869B0981F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7B962FB-74DC-7E80-DB52-039CF92F2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00" y="1269123"/>
            <a:ext cx="7769357" cy="303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9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2F0E30F-B089-AA96-307E-3A2AE737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575F035-DD3E-9263-C888-3A4905792A0B}"/>
              </a:ext>
            </a:extLst>
          </p:cNvPr>
          <p:cNvSpPr/>
          <p:nvPr/>
        </p:nvSpPr>
        <p:spPr>
          <a:xfrm>
            <a:off x="320400" y="395112"/>
            <a:ext cx="8150700" cy="453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Сторонние модули скачиваются с npmjs.com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Перед установкой - инициализировать проект: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-y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Установка пакета: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название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После установки пакет появляется в папке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Подключение - так же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без ./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8FE02F0-688C-A50B-8657-32C64BB8A1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277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F4F9784-EF77-9A02-F8D5-71269D0B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EB583FD3-C7E9-72D0-46F1-8BFC97453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45155"/>
            <a:ext cx="8346900" cy="45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C13169-838E-0D3A-E2D5-6EB2A392DA3B}"/>
              </a:ext>
            </a:extLst>
          </p:cNvPr>
          <p:cNvSpPr/>
          <p:nvPr/>
        </p:nvSpPr>
        <p:spPr>
          <a:xfrm>
            <a:off x="398524" y="496710"/>
            <a:ext cx="8425077" cy="4341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- это отдельный файл с определённой задачей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Каждый .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файл в Node.js автоматически является модулем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 умолчанию всё внутри файла закрыто - нужно явно экспортировать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определяет что будет доступно снаружи модуля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- подключает модуль и возвращает то, что он экспортировал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Путь к своему файлу начинается с ./, встроенные и сторонние - без ./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Несколько значений экспортируются через объект: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= {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add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multiply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}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exports.name =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value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сокращённая запись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Встроенные модули уже есть в Node.js, устанавливать их не нужно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Сторонние модули устанавливаются через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endParaRPr lang="ru-RU" sz="16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Перед установкой сторонних пакетов - инициализировать проект: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-y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Все установленные пакеты хранятся в папке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endParaRPr lang="ru-RU" sz="16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Некоторые пакеты (например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chalk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5+) перешли на ES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Modules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не работают с </a:t>
            </a:r>
            <a:r>
              <a:rPr lang="ru-RU" sz="16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16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- в таком случае устанавливать более старую версию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4E5A10B-0687-AC89-F0C2-29FCC5EE12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8108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156B117-60AC-AE8F-6949-139F3BC7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39A3F983-85FB-C8BF-54EB-08FEC16B8B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B3BB960-4B37-CDE6-5C34-63DDB760699B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Что такое модуль? Зачем разбивать программу на модули?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Как подключить свой файл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 Чем отличается от подключения встроенного модуля?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Что такое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 Что будет, если ничего не экспортировать?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Как экспортировать из модуля несколько функций?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В чём разница между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module.exports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exports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 Почему нельзя писать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exports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= значение?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6. Сколько раз Node.js выполняет файл модуля, если он подключён в нескольких местах?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7. Назовите три встроенных модуля Node.js и их назначение.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8. Как установить сторонний пакет? Какую команду нужно выполнить перед установкой?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9. Где хранятся установленные пакеты?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10. Почему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chalk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версии 5 не работает с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require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 Как решить эту проблему?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BF063-8B9E-7475-9B4F-F7E0623101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73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1258</Words>
  <Application>Microsoft Office PowerPoint</Application>
  <PresentationFormat>Экран (16:9)</PresentationFormat>
  <Paragraphs>162</Paragraphs>
  <Slides>36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2" baseType="lpstr">
      <vt:lpstr>Arial</vt:lpstr>
      <vt:lpstr>Mulish Black</vt:lpstr>
      <vt:lpstr>Mulish SemiBold</vt:lpstr>
      <vt:lpstr>Times New Roman</vt:lpstr>
      <vt:lpstr>Mulish ExtraBold</vt:lpstr>
      <vt:lpstr>Office Theme</vt:lpstr>
      <vt:lpstr>ДЕНЬ ОТКРЫТЫХ ДВЕРЕЙ</vt:lpstr>
      <vt:lpstr>Цель занятия:</vt:lpstr>
      <vt:lpstr>Учебные вопросы:</vt:lpstr>
      <vt:lpstr>1. Что такое модуль и зачем он нужен</vt:lpstr>
      <vt:lpstr>Презентация PowerPoint</vt:lpstr>
      <vt:lpstr>Презентация PowerPoint</vt:lpstr>
      <vt:lpstr>Преимущества модульного подхода:</vt:lpstr>
      <vt:lpstr>Презентация PowerPoint</vt:lpstr>
      <vt:lpstr>Презентация PowerPoint</vt:lpstr>
      <vt:lpstr>2. Подключение модулей - функция require()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Встроенные модули Node.js</vt:lpstr>
      <vt:lpstr>Презентация PowerPoint</vt:lpstr>
      <vt:lpstr>Презентация PowerPoint</vt:lpstr>
      <vt:lpstr>Презентация PowerPoint</vt:lpstr>
      <vt:lpstr>4. Сторонние модули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16</cp:revision>
  <dcterms:modified xsi:type="dcterms:W3CDTF">2026-04-06T12:35:22Z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