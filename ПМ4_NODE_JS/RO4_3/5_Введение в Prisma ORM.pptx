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11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4.3. Интегрировать серверные приложения с реляционными базами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Введение в Prisma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Переходим от ручных SQL-запросов к работе с PostgreSQL через модели и Prisma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назначение 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место Prisma между Node.js и 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Prisma Schema, Prisma Client, Prisma Migrate и Prisma Studio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Подключать Prisma к существующей базе shop_db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Получать модель Prisma из существующих таблиц через db pull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Генерировать Prisma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Выполнять findMany() и findUnique()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Prisma внутри слоя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ORM и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Зачем нужен ORM и чем работа через Prisma отличается от ручного SQL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Подключение Prisma к проекту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Установка, DATABASE_URL, конфигурация и анализ существующей базы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Prisma Schema и модели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Как таблицы, столбцы и связи представляются в Prisma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Prisma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Генерация клиента и первые запросы findMany() и findUnique()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Prisma в Express-приложении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Использование ORM в Product Service без изменения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ORM и Prisma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Между JavaScript-кодом и реляционной базой появляется дополнительный программный слой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ORM — подход и набор инструментов, позволяющих работать с данными реляционной базы через объекты, модели и методы языка программирования.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ORM не отменяет реляционную базу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Данные продолжают храниться в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SQL-запросы всё равно выполняются на стороне СУБД.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Разработчик для типовых операций использует API ORM.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ORM преобразует операции приложения в запросы к базе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Ручной SQL и 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node-postgres +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SQL пишется вручную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Используется pool.query()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Разработчик управляет параметрами $1, $2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Результат находится в result.rows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Полный контроль над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Prisma 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Используются методы Prisma Client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Модели описывают структуру данных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Фильтры задаются JavaScript-объектами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Результат сразу является JavaScript-объектом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Типовые запросы требуют меньше SQL-кода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Одна операция двумя способами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Получить товар с id =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Код • JAVASCRIPT</a:t>
            </a:r>
          </a:p>
          <a:p>
            <a:pPr>
              <a:lnSpc>
                <a:spcPct val="100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// node-postgres
const result = await pool.query(
  'SELECT * FROM products WHERE id = $1',
  [15]
);
// Prisma
const product = await prisma.product.findUnique({
  where: { id: 15 }
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19" y="2084832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2944" y="2542032"/>
            <a:ext cx="3730752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Обе операции обращаются к PostgreSQL. Отличается интерфейс, который использует разработчик.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Место Prisma ORM между приложением и PostgreSQL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99B3DA-2A5C-0A93-75BF-C7CEB67AA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части Prisma 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Описание моделей, полей, ключей, связей и отображения на таблицы базы.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Сгенерированный API для выполнения запросов из Node.js.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886200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4014215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Migrate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599432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Инструмент изменения структуры базы через миграции.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886200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799" y="408736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1" y="4014215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Studio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599432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Графический интерфейс для просмотра и редактирования данных.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Какую версию используем в курсе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учебном проекте используем Prisma ORM 7.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Prisma ORM 7 является стабильной и поддерживаемой веткой.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Она подходит для Node.js 22.x и ESM.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Prisma ORM 8 на момент подготовки материала находится на этапе Release Candidate.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Использование стабильной версии уменьшает риск изменений CLI и API во время учебного курса.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Основные понятия ORM, модели и методы Prisma Client сохраняются независимо от последующего обновления версии.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ORM не делает автоматически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заменяет понимание 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отменяет проектирование таблиц и связей.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исправляет плохую структуру базы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гарантирует, что любой сформированный запрос будет эффективным.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отменяет индексы, ограничения, транзакции и анализ производительности.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сложных задач иногда по-прежнему нужен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ORM удобнее использовать после того, как разработчик понимает реляционную модель и основные SQL-команды.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Подключение Prisma к проекту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Подключаем ORM к уже существующей PostgreSQL-базе shop_db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Наша исходная ситуация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Express-приложение уже существует.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Server уже настроен.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База shop_db содержит реальные таблицы.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Таблицы связаны через PRIMARY KEY и FOREIGN KEY.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 Service сейчас использует пакет pg и pool.query().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Prisma подключаем к существующей базе, а не создаём проект с нуля.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Устанавливаем Prisma ORM 7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npm install -D prisma@7 typescript tsx @types/node @types/pg
npm install @prisma/client@7 @prisma/adapter-pg pg dotenv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Назначение пакетов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Пакет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prisma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CLI: init, db pull, generate, migrate, studio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@prisma/client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Prisma Client для запросов к базе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@prisma/adapter-pg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Адаптер Prisma для драйвера PostgreSQL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Node.js-драйвер PostgreSQL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dotenv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Загрузка DATABASE_URL из .env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tsx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Запуск проекта с ESM и генерируемым TypeScript-кодом Prisma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Инициализируем Prisma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npx prisma@7 init --datasource-provider postgresql --output ../generated/prisma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появляется в проекте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TEXT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express-shop/
├── prisma/
│   └── schema.prisma
├── generated/
│   └── prisma/        ← появится после generate
├── prisma7.config.ts
├── .env
├── controllers/
├── routes/
├── services/
├── config/
└── app.js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Файлы Prisma и их назначение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202C47-74E3-712E-0BAA-4A05F04F1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Строка подключения DATABASE_URL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TEXT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DATABASE_URL="postgresql://shop_user:college123@localhost:5432/shop_db?schema=public"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postgresql определяет тип СУБД.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shop_user — пользователь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college123 — учебный пароль.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localhost:5432 — адрес и порт сервера.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shop_db — существующая база интернет-магазина.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schema=public указывает схему PostgreSQL.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Конфигурация Prisma CLI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TYPESCRIPT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"dotenv/config";
import { defineConfig } from "prisma/config";
export default defineConfig({
  schema: "prisma/schema.prisma",
  migrations: {
    path: "prisma/migrations"
  },
  datasource: {
    url: process.env.DATABASE_URL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CLI должен знать расположение Prisma Schema.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DATABASE_URL загружается из .env.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Конфигурация используется командами Prisma.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Подключение приложения во время выполнения настраивается отдельно через Prisma Client.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Подключаем Prisma к существующей базе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Установить пакеты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Добавляем Prisma CLI, Prisma Client, PostgreSQL adapter и необходимые зависимости.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Выполнить prisma init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Создаём Prisma Schema и конфигурацию проекта.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Настроить DATABASE_URL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Указываем существующую базу shop_db.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Выполнить prisma db pull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Prisma анализирует существующие таблицы, поля, ключи и связи.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Выполнить prisma 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На основе моделей генерируется Prisma Client.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Анализируем существующую базу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npx prisma@7 db pull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Команда подключается к базе из DATABASE_URL.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читает структуру существующих таблиц.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Анализируются столбцы, типы, ключи и связи.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Результат записывается в schema.prisma.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Существующие данные при db pull не удаляются.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Prisma Schema и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Реляционная схема PostgreSQL получает представление в виде моделей Prisma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Prisma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Prisma Schema — декларативное описание моделей данных, их полей, ограничений, связей и способа генерации Prisma Client.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Файл обычно называется schema.prisma.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model описывает сущность.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Поля модели соответствуют столбцам базы.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Атрибуты начинаются с символа @.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Связи также описываются через поля моделей.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Простая модель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PRISMA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model Product {
  id         Int     @id @default(autoincrement())
  name       String  @db.VarChar(150)
  price      Int
  categoryId Int     @map("category_id")
  inStock    Boolean @default(true) @map("in_stock")
  @@map("products")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 — имя модели в приложении.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id имеет тип Int и является первичным ключом.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@default(autoincrement()) соответствует автоматическому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@map связывает удобное имя JavaScript с именем столбца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@@map связывает модель Product с таблицей products.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Модель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PRISMA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model Category {
  id   Int    @id @default(autoincrement())
  name String @unique @db.VarChar(100)
  products Product[]
  @@map("categories")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Category соответствует таблице categories.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@unique соответствует ограничению UNIQUE.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products содержит связанные объекты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Массив Product[] показывает сторону многих в связи 1:N.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Связь Product →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PRISMA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model Product {
  id         Int      @id @default(autoincrement())
  name       String   @db.VarChar(150)
  price      Int
  categoryId Int      @map("category_id")
  inStock    Boolean  @default(true) @map("in_stock")
  category Category @relation(
    fields: [categoryId],
    references: [id]
  )
  @@map("products")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categoryId представляет внешний ключ.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category представляет связанную модель.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fields указывает поле внешнего ключа.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references указывает ключ Category.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знает о связи Category 1:N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PostgreSQL и Prisma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PostgreSQL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Prisma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INTEGER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VARCHAR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String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BOOLEAN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Boolean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TIMESTAMPTZ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DateTime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PRIMARY KEY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@id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UNIQUE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@unique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DEFAULT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@default(...)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FOREIGN KEY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@relation(...)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Таблица PostgreSQL превращается в модель Prisma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851E8D-E52C-8018-D713-CCD18C466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@map и @@map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PRISMA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categoryId Int     @map("category_id")
inStock    Boolean @map("in_stock")
@@map("products")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@map используется для имени конкретного столбца.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@@map используется для имени таблицы.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Это позволяет использовать camelCase в приложении.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Физические имена PostgreSQL можно оставить в snake_case.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Изменение имени модели Prisma не требует переименования таблицы.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Prisma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Генерируем API запросов специально для нашей структуры базы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Prisma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Prisma Client — генерируемый клиент базы данных, методы которого формируются на основе моделей Prisma Schema.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модели Product появляется prisma.product.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модели Category появляется prisma.category.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Client знает доступные поля моделей.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Client предоставляет методы чтения и CRUD.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изменения Prisma Schema клиент необходимо генерировать повторно.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Генерируем Prisma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npx prisma@7 generate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schema.prisma → prisma generate → Prisma Client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32FA0F-2C16-AF03-2822-00EA7EB5A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Создаём один экземпляр PrismaClient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"dotenv/config";
import { PrismaPg } from "@prisma/adapter-pg";
import { PrismaClient } from "../generated/prisma/client";
const adapter = new PrismaPg({
  connectionString: process.env.DATABASE_URL
});
export const prisma = new PrismaClient({ adapter 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PrismaPg подключает Prisma Client к драйверу pg.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DATABASE_URL содержит параметры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Создаётся один экземпляр PrismaClient.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Другие модули приложения импортируют готовый prisma.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 следует создавать новый PrismaClient для каждого HTTP-запроса.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Получаем все товары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products = await prisma.product.findMany({
  orderBy: {
    id: "asc"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 соответствует модели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findMany() возвращает массив объектов.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SQL SELECT вручную не пишется.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orderBy определяет сортировку.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Результат уже является JavaScript-массивом.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Получаем один товар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 = await prisma.product.findUnique({
  where: {
    id: 15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findUnique() используется для уникального поля.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id является PRIMARY KEY и подходит для findUnique().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where описывает условие поиска.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товар отсутствует, результатом будет null.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Фильтрация и сортировка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products = await prisma.product.findMany({
  where: {
    price: {
      gt: 10000
    },
    inStock: true
  },
  orderBy: {
    price: "asc"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where заменяет типичное условие SQL WHERE.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gt означает greater than.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Можно комбинировать несколько условий.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orderBy задаёт сортировку результата.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преобразует запрос в операцию PostgreSQL.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Путь запроса prisma.product.findMany() до PostgreSQL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39CB3F3-1434-6EFE-C896-60D7474C5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Prisma в Express-приложении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ORM меняет реализацию Service, но не публичный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Product Service до и после Prisma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node-postgres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pool.query()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SQL SELECT вручную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$1, $2 для параметров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result.rows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JOIN пишется вручную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Prisma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prisma.product.findMany()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where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orderBy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findUnique()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Работа через модели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getAllProducts() через Prisma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getAllProducts() {
  return prisma.product.findMany({
    include: {
      category: true
    },
    orderBy: {
      id: "asc"
    }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больше не содержит SQL SELECT.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findMany() получает все товары.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include временно показывает связанный объект Category.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Подробная работа со связанными данными будет рассмотрена отдельно.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не меняется.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 findMany() со связанной категорией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6446520" cy="48920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Код • JAVASCRIPT</a:t>
            </a:r>
          </a:p>
          <a:p>
            <a:pPr>
              <a:lnSpc>
                <a:spcPct val="100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products = await prisma.product.findMany({
  include: { category: true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353312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Результат • JSON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F8FAFC"/>
                </a:solidFill>
                <a:latin typeface="Consolas"/>
              </a:rPr>
              <a:t>[
  {
    "id": 1,
    "name": "Keyboard",
    "price": 15000,
    "categoryId": 1,
    "inStock": true,
    "category": {
      "id": 1,
      "name": "Accessories"
    }
  }
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063240"/>
            <a:ext cx="4023360" cy="31821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19" y="3191256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2944" y="3648456"/>
            <a:ext cx="3730752" cy="2487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Client возвращает обычные JavaScript-объекты. Связанные данные могут быть вложены в результат.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findProductById() через Prisma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findProductById(id) {
  return prisma.product.findUnique({
    where: { id },
    include: {
      category: true
    }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получает обычное значение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findUnique() ищет товар по PRIMARY KEY.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SQL WHERE id = $1 больше не пишется вручную.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товара нет, Prisma возвращает null.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может преобразовать null в HTTP 404.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GET /api/products/15 после подключения Prisma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Route выбирает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GET /api/products/:id передаётся getProductById.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Controller получает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req.params.id преобразуется в число 15.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Controller вызывает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findProductById(15) получает обычное JavaScript-значение.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Service вызывает Prisma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prisma.product.findUnique({ where: { id: 15 } }) описывает запрос к модели.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Prisma обращается к 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ORM формирует и выполняет необходимый запрос через PostgreSQL adapter.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Controller формирует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Найденный объект отправляется как JSON, а null преобразуется в 404.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Prisma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npx prisma@7 studio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Studio позволяет просматривать данные через браузерный интерфейс.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Можно открывать таблицы как модели Prisma.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Удобно проверять результаты лабораторных работ.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Studio работает непосредственно с подключённой базой.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Это инструмент разработчика, а не интерфейс конечного пользователя.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Архитектура Express-приложения после подключения Prisma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4384C2C-72C5-E31A-A046-6385AD64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подключите Prisma к shop_db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Подключите Prisma ORM к существующей PostgreSQL-базе и выполните чтение товаров через Prisma Client.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Установить Prisma ORM 7 и PostgreSQL adapter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Выполнить prisma init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Настроить DATABASE_URL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Выполнить prisma db pull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Изучить полученные модели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Выполнить prisma generate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единый экземпляр PrismaClient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Получить товары через findMany()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Получить один товар через findUnique()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данные через Prisma Studio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подключается к существующей shop_db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schema.prisma отражает таблицы PostgreSQL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Client успешно генерируется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findMany() возвращает список товаров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findUnique() возвращает выбранный товар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Данные PostgreSQL не удаляются и не создаются заново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Что означает ORM?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Заменяет ли Prisma PostgreSQL?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Чем prisma.product.findMany() отличается от pool.query()?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Для чего нужен schema.prisma?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Что делает prisma db pull?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Что делает prisma generate?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Что такое Prisma Client?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Для чего используются @map и @@map?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Чем findMany() отличается от findUnique()?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В каком слое Express-приложения следует использовать Prisma Client?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ORM предоставляет программный интерфейс для работы с реляционной базой данных.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не заменяет PostgreSQL и не отменяет необходимость понимать SQL.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Schema описывает модели, поля, ключи и связи.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db pull позволяет получить модели из существующей базы.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generate создаёт Prisma Client на основе моделей.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Client предоставляет методы findMany(), findUnique() и другие операции.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56032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@map и @@map позволяют отделить имена моделей приложения от физических имён PostgreSQL.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721608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В Express-приложении Prisma располагается внутри слоя Service.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882896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REST API может остаться неизменным при переходе с ручного SQL на ORM.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Prisma 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3386</Words>
  <Application>Microsoft Office PowerPoint</Application>
  <PresentationFormat>Широкоэкранный</PresentationFormat>
  <Paragraphs>498</Paragraphs>
  <Slides>50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5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Prisma ORM</dc:title>
  <dc:subject>Подключение Prisma ORM к существующей PostgreSQL-базе и использование Prisma Client в Express-приложении</dc:subject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2026-09-21T13:53:37Z</dcterms:modified>
  <cp:category/>
</cp:coreProperties>
</file>