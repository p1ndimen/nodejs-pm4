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15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52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4.3. Интегрировать серверные приложения с реляционными базами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Транзакции и целостность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Атомарные операции, rollback, $transaction() и ограничения PostgreSQL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назначение транзакций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Объяснять свойства ACID на практических примерах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Различать COMMIT и ROLLBACK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nested writes Prisma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prisma.$transaction([]) для независимых операций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интерактивные транзакции через prisma.$transaction(async (tx) =&gt; ...)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Создавать Order и OrderItem как одну бизнес-операцию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Сохранять целостность через PK, FK, UNIQUE, NOT NULL и CHECK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роль referential actions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Корректно обрабатывать ошибки ограничений базы данных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Что такое транзакция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Атомарность, COMMIT, ROLLBACK и ACID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Транзакции в Prisma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Nested writes, $transaction([]) и interactive transactions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Транзакция создания заказа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Order + OrderItem как единая бизнес-операция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Целостность данных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PK, FK, UNIQUE, NOT NULL, CHECK и referential actions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Ошибки и конкурентный доступ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Constraint errors, конфликты и короткие транзакции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Что такое транзакция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Несколько операций должны завершиться как единое целое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Проблема нескольких связанных операций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Создание заказа затрагивает таблицу orders.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Каждая позиция заказа создаётся в order_items.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Операции логически относятся к одному действию пользователя.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часть записей создастся, а часть завершится ошибкой, база окажется в некорректном состоянии.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Транзакция объединяет несколько запросов в одну неделимую операцию.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Определение транзакции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Транзакция — последовательность операций с базой данных, которая либо полностью фиксируется, либо полностью отменяется.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Успех всех операций приводит к COMMIT.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Ошибка приводит к ROLLBACK.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Промежуточное некорректное состояние не должно становиться постоянным.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Транзакции особенно важны при нескольких связанных INSERT, UPDATE и DELETE.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ACID простыми словами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Свойство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Смысл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Пример Internet Shop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Atomicity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Всё или ничего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Order и все OrderItem создаются вместе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Consistency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Правила данных сохраняются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Нельзя создать позицию с несуществующим productId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Isolation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Параллельные операции не должны ломать друг друга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Два запроса не должны создавать противоречивое состояние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Durability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После COMMIT данные не теряются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Созданный заказ остаётся в PostgreSQL после ответа API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Атомарность создания заказа: COMMIT или ROLLBACK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4007D10-FA16-4E9B-3603-D897B5F71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COMMIT и ROLLBACK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Все проверки прошли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Все запросы выполнились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Изменения фиксируются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Другие операции видят итоговое состояние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ROLLBACK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Возникла ошибка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Нарушено бизнес-правило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Сработало ограничение БД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Все изменения транзакции отменяются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Границы транзакции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Начало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119329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Приложение начинает логически связанную операцию.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638044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6489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546603"/>
            <a:ext cx="6995160" cy="119329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Внутри выполняются чтения и изменения данных.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867911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794759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Проверки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776471"/>
            <a:ext cx="6995160" cy="119329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Приложение проверяет бизнес-условия и результаты запросов.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509778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02462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COMMIT или ROLLBACK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5006340"/>
            <a:ext cx="6995160" cy="119329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Успех фиксирует изменения, ошибка отменяет их.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Транзакции в Prisma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Выбираем механизм под тип 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Способы транзакционной работы в Prisma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Сценарий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Механизм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Когда использовать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Связанные зависимые записи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Nested writes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Создать родителя и дочерние записи вместе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Независимые операции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$transaction([])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Несколько запросов не зависят от результатов друг друга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Read → check → write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Interactive transaction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Нужна логика между запросами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Nested writes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Nested write позволяет создать или изменить связанные записи внутри одной операции Prisma.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Подходит для зависимых записей.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Связанные изменения выполняются атомарно.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ошибке вся операция откатывается.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Удобен, когда все данные известны до выполнения запроса.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Пример nested write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const order = await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prisma.order.create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({
  data: {
  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userId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: 1,
    status: "new",
    items: {
      create: [
        {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productId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: 1, quantity: 2, price: 420000 },
        {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productId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: 2, quantity: 1, price: 35000 }
      ]
    }
  },
  include: { items: true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Order создаётся вместе с OrderItem.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items.create содержит дочерние записи.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Если одна позиция нарушит ограничение, операция не должна сохраниться частично.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Этот вариант удобен, когда цена и все значения уже надёжно определены сервером.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$transaction([]): независимые операции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const [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productCount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,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orderCount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] = await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prisma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.$transaction([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prisma.product.count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(),
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prisma.order.count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()
]);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 массив передаются Prisma-запросы.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Операции выполняются последовательно внутри одной транзакции.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Если одна операция завершается ошибкой, транзакция откатывается.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Лучше всего подходит для операций, которые не используют результат предыдущего запроса.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Когда массив $transaction([]) не подходит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Подходит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Независимые запросы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Batch-операции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Несколько count/findMany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Операции с заранее известными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Неудобен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Нужно получить id и использовать его дальше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Нужно выполнить условную проверку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Нужно остановиться по бизнес-правилу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Нужна сложная последовательность read-modify-write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Interactive transaction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Интерактивная транзакция передаёт callback в prisma.$transaction() и предоставляет транзакционный клиент tx.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Внутри callback можно выполнять несколько запросов.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Результаты предыдущего запроса можно использовать дальше.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Можно выполнять условия и бросать исключения.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Любая ошибка внутри callback приводит к rollback.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Базовый шаблон interactive transaction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const result = await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prisma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.$transaction(async (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tx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) =&gt; {
  const order = await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tx.order.create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({
    data: {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userId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: 1, status: "new" }
  });
  await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tx.orderItem.create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({
    data: {
    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orderId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: order.id,
    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productId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: 1,
      quantity: 2,
      price: 420000
    }
  });
  return order;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Все запросы выполняются через tx.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order.id доступен следующему запросу.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При успешном завершении callback происходит commit.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Если callback выбросит ошибку, Prisma выполняет rollback.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Nested writes vs $transaction([]) vs interactive transaction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C343921-FA18-40FD-993A-2FD4CDE5D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Транзакция создания заказа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Read → validate → create Order → create OrderItem → COMMIT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Бизнес-сценарий POST /api/orders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Клиент передаёт userId и массив items.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Сервер не должен доверять цене из браузера.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каждого productId нужно получить Product из базы.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Нужно убедиться, что товар существует и доступен.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Цена OrderItem фиксируется из Product.price.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Order и все позиции должны сохраниться атомарно.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Алгоритм создания заказа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Проверить пользователя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Убедиться, что User существует.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Создать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Получить новый order.id внутри транзакции.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Проверить товары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Для каждой позиции найти Product и проверить inStock.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Создать OrderItem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Использовать цену из базы данных.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Вернуть заказ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При успехе callback завершается и выполняется COMMIT.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Начало createOrder()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async function createOrder(userId, items) {
  return prisma.$transaction(async (tx) =&gt; {
    const user = await tx.user.findUnique({
      where: { id: userId }
    });
    if (!user) {
      throw new Error("User not found");
    }
    const order = await tx.order.create({
      data: { userId, status: "new" }
    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Все операции выполняются через tx.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Пользователь проверяется до создания позиций.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Ошибка завершит callback и отменит изменения.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order.id будет использоваться для OrderItem.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Проверка Product и создание OrderItem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20750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for (const item of items) {
  const product =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tx.product.findUnique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({
    where: { id: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item.productId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}
  });
  if (!product || !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product.inStock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 {
    throw new Error(`Product ${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item.productId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} is unavailable`);
  }
 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tx.orderItem.create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({
    data: {
  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orderId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: order.id,
  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productId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: product.id,
      quantity: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item.quantity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,
      price: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product.price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
    }
  });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Product читается внутри той же транзакции.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Наличие товара проверяется сервером.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Цена берётся из PostgreSQL, а не из HTTP 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Любая ошибка отменяет уже созданный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Возвращаем созданный заказ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return tx.order.findUnique({
  where: { id: order.id },
  include: {
    user: true,
    items: {
      include: {
        product: true
      }
    }
  }
});
  });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Финальный запрос также выполняется через tx.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Service возвращает готовую связанную структуру.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После успешного завершения callback изменения фиксируются.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Запрос на создание заказа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POST /api/orders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 dirty="0" err="1">
                <a:solidFill>
                  <a:srgbClr val="14B8A6"/>
                </a:solidFill>
                <a:latin typeface="Consolas"/>
              </a:rPr>
              <a:t>Код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{
 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userId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": 1,
  "items": [
    {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productId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": 1, "quantity": 2 },
    {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productId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": 2, "quantity": 1 }
  ]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5"/>
            <a:ext cx="4023360" cy="2802045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 dirty="0" err="1">
                <a:solidFill>
                  <a:srgbClr val="14B8A6"/>
                </a:solidFill>
                <a:latin typeface="Consolas"/>
              </a:rPr>
              <a:t>Результат</a:t>
            </a:r>
            <a:r>
              <a:rPr sz="1800" b="1" i="0" dirty="0">
                <a:solidFill>
                  <a:srgbClr val="14B8A6"/>
                </a:solidFill>
                <a:latin typeface="Consolas"/>
              </a:rPr>
              <a:t> • JSON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{
  "id": 25,
  "status": "new",
  "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userId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": 1,
  "items": [
    { "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productId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": 1, "quantity": 2, "price": 420000 },
    { "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productId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": 2, "quantity": 1, "price": 35000 }
  ]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18832" y="4781721"/>
            <a:ext cx="4023360" cy="16504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01711" y="4909736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 dirty="0" err="1">
                <a:solidFill>
                  <a:srgbClr val="14B8A6"/>
                </a:solidFill>
                <a:latin typeface="Aptos"/>
              </a:rPr>
              <a:t>Пояснение</a:t>
            </a:r>
            <a:endParaRPr sz="1800" b="1" i="0" dirty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65136" y="5366936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Цены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позиций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формирует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сервер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данным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Product.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Успешная и неуспешная транзакция создания Order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22B1896-71CA-C05D-5B54-A9F3117F4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 создания заказа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createOrderController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(req, res, next) {
  try {
    const order = await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createOrder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
    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req.body.userId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,
    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req.body.items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
    );
   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res.status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(201).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(order);
  } catch (error) {
    next(error);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получает HTTP-данные.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отвечает за транзакцию.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не управляет COMMIT и ROLLBACK.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Ошибки передаются централизованному errorHandler.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Как проверить rollback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Отправьте заказ с двумя позициями.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Первая позиция должна ссылаться на существующий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Во второй укажите несуществующий productId.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 успеет создать Order внутри транзакции, затем получит ошибку.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rollback в таблице orders не должно появиться нового заказа.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order_items также не должно остаться частично созданных строк.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Целостность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Приложение проверяет правила, а база данных защищает инварианты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Три уровня защиты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2993136" cy="39502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Проверяет формат HTTP-запроса до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84192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1664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480" y="2066543"/>
            <a:ext cx="2993136" cy="39502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Проверяет бизнес-правила приложения.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6240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17408" y="155448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4880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2066543"/>
            <a:ext cx="2993136" cy="39502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Гарантирует структурные ограничения и связи.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Основные ограничения целостности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Ограничение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Назначение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Пример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PRIMARY KEY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Уникально идентифицирует строку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products.id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FOREIGN KEY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Не позволяет ссылаться на отсутствующую запись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order_items.product_id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UNIQUE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Запрещает дубликаты уникального значения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users.email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NOT NULL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Запрещает отсутствие обязательного значения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products.name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CHECK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Проверяет условие на уровне PostgreSQL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quantity &gt; 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PRIMARY KEY и UNIQUE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@id и @@id отражают первичные ключи.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@unique и @@unique отражают уникальные ограничения.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PRIMARY KEY защищает идентичность записи.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UNIQUE защищает бизнес-уникальность, например email.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Нарушение UNIQUE отклоняется базой даже при ошибке приложения.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FOREIGN KEY защищает связи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Order.userId должен ссылаться на существующий User.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OrderItem.orderId должен ссылаться на существующий Order.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OrderItem.productId должен ссылаться на существующий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PostgreSQL отклоняет изменение, нарушающее внешний ключ.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Prisma relation fields работают поверх этих связей.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Referential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Действие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Что происходит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Restrict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Запрещает удаление родительской записи, если есть зависимые записи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Cascade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Удаляет или обновляет связанные записи вместе с родительской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SetNull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Устанавливает внешний ключ в NULL для optional relation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NoAction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Поведение проверки оставляется базе данных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SetDefault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Устанавливает значение внешнего ключа по умолчанию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Явная стратегия удаления Order → OrderItem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819504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PRISMA</a:t>
            </a:r>
          </a:p>
          <a:p>
            <a:pPr algn="l">
              <a:lnSpc>
                <a:spcPct val="88000"/>
              </a:lnSpc>
            </a:pPr>
            <a:r>
              <a:rPr sz="1200" b="0" i="0" dirty="0">
                <a:solidFill>
                  <a:srgbClr val="F8FAFC"/>
                </a:solidFill>
                <a:latin typeface="Consolas"/>
              </a:rPr>
              <a:t>model 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OrderItem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 {
  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orderId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   Int
  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productId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 Int
  quantity  Int
  price     Int
  order   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Order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   @relation(fields: [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orderId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], references: [id], 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onDelete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: Cascade)
  product 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Product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 @relation(fields: [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productId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], references: [id], 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onDelete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: Restrict)
  @@id([orderId, </a:t>
            </a:r>
            <a:r>
              <a:rPr sz="1200" b="0" i="0" dirty="0" err="1">
                <a:solidFill>
                  <a:srgbClr val="F8FAFC"/>
                </a:solidFill>
                <a:latin typeface="Consolas"/>
              </a:rPr>
              <a:t>productId</a:t>
            </a:r>
            <a:r>
              <a:rPr sz="1200" b="0" i="0" dirty="0">
                <a:solidFill>
                  <a:srgbClr val="F8FAFC"/>
                </a:solidFill>
                <a:latin typeface="Consolas"/>
              </a:rPr>
              <a:t>])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87520" y="1299628"/>
            <a:ext cx="308610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88688" y="1500796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33824" y="2012860"/>
            <a:ext cx="2750820" cy="384002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Удаление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Order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автоматически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удалить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его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позиции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Удаление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Product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можно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запретить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если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он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используется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заказах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Выбор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referential action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должен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соответствовать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бизнес-правилу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изменения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relation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требуется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миграция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Validation → Service rules → Database constraints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3DCB8D-4091-8607-3D60-387B4D412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CHECK и ограничения 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Некоторые ограничения существуют непосредственно на уровне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Например, quantity &gt; 0 или price &gt; 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Такие ограничения защищают данные независимо от Express и Prisma.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схема Prisma не выражает конкретное ограничение, оно может сохраняться в SQL миграции.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Приложение всё равно должно проверять пользовательский ввод раньше.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Полезные коды ошибок Prisma ORM 7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Код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Ситуация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Пример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P2002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Нарушено UNIQUE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Повторный email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P2003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Нарушен FOREIGN KEY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Несуществующий productId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P2011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Нарушен NOT NULL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Обязательное поле стало NULL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P2025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Требуемая запись не найдена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update/delete отсутствующего ресурса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P2034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Конфликт записи или deadlock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Транзакцию следует повторить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Ошибки и конкурентный доступ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Транзакция должна быть короткой и предсказуемой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 держите транзакцию открытой долго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Транзакция удерживает соединение с базой.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Долгие транзакции ухудшают производительность.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Они увеличивают вероятность блокировок и deadlock.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выполняйте внутри транзакции медленные внешние HTTP-запросы.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Проверки и запросы должны завершаться как можно быстрее.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Конкурентные изменения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Несколько пользователей могут одновременно изменять связанные 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Уровень изоляции определяет, какие изменения видит транзакция.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PostgreSQL и Prisma поддерживают управление изоляцией транзакций.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конфликтных операций может потребоваться Serializable и повтор транзакции.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 базовом уровне важно понимать сам риск конкурентного доступа.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Пример задания уровня изоляции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result = await prisma.$transaction(
  async (tx) =&gt; {
    // связанные операции
  },
  {
    isolationLevel: "Serializable"
  }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Serializable обеспечивает строгую изоляцию.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При конфликте транзакция может завершиться ошибкой.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Такие операции обычно выполняют с логикой повторной попытки.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Для большинства учебных CRUD-сценариев уровень изоляции вручную менять не требуется.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Транзакция не заменяет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Транзакция отвечает за атомарность.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Validation отвечает за корректность HTTP-входа.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 отвечает за бизнес-правила.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Constraints отвечают за структурную целостность.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Надёжное приложение использует все уровни одновременно.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Мини-практика: намеренно вызовите rollback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Создайте заказ из двух позиций так, чтобы вторая позиция ссылалась на отсутствующий Product.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Запомнить количество строк в orders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Отправить POST /api/orders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существующий productId в первой позиции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отсутствующий productId во второй позиции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Получить ошибку API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Повторно проверить таблицы orders и order_items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Новый Order не сохранён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OrderItem первой позиции не сохранён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База не содержит частичного результата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Студент может объяснить причину rollback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выбрать в типичных ситуациях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Задача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Решение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Создать Order и заранее известные OrderItem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Nested write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Выполнить несколько независимых запросов вместе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$transaction([])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Прочитать Product, проверить правило и затем записать OrderItem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Interactive transaction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Защитить связь между таблицами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FOREIGN KEY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Запретить дублирующий email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UNIQUE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Отменить все изменения при ошибке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Transaction rollback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Полный путь безопасного создания заказа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AA355AC-E770-0210-C4E4-5AABE30EE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Что означает атомарность транзакции?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Чем COMMIT отличается от ROLLBACK?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Какие четыре свойства входят в ACID?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Когда удобно использовать nested writes?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Для каких операций подходит $transaction([])?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Зачем interactive transaction получает объект tx?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Почему цену OrderItem нельзя принимать из браузера как доверенную?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Что произойдёт при throw внутри interactive transaction?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Чем FOREIGN KEY отличается от validation middleware?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Почему транзакции желательно делать короткими?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Транзакция объединяет несколько операций в атомарное целое.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COMMIT фиксирует успешную транзакцию, ROLLBACK отменяет её.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ACID описывает основные свойства надёжных транзакций.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Prisma ORM 7 поддерживает nested writes, $transaction([]) и interactive transactions.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Для сценария read → check → write удобно использовать interactive transaction.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Все запросы внутри interactive transaction выполняются через tx.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32806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Создание Order и OrderItem должно быть атомарным.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25709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Целостность защищается одновременно приложением и PostgreSQL.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18612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PK, FK, UNIQUE, NOT NULL и CHECK предотвращают некорректные данные.</a:t>
            </a:r>
          </a:p>
        </p:txBody>
      </p:sp>
      <p:sp>
        <p:nvSpPr>
          <p:cNvPr id="23" name="Oval 22"/>
          <p:cNvSpPr/>
          <p:nvPr/>
        </p:nvSpPr>
        <p:spPr>
          <a:xfrm>
            <a:off x="6199632" y="511515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Короткие транзакции снижают риск блокировок и конфликтов.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Prisma ORM • Transactions &amp; Integrity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3327</Words>
  <Application>Microsoft Office PowerPoint</Application>
  <PresentationFormat>Широкоэкранный</PresentationFormat>
  <Paragraphs>505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4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Транзакции и целостность данных</dc:title>
  <dc:subject>Prisma transactions, rollback и ограничения PostgreSQL</dc:subject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2026-09-21T16:06:24Z</dcterms:modified>
  <cp:category/>
</cp:coreProperties>
</file>