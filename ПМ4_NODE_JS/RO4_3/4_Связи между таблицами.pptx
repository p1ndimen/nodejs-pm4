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41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33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Связи между таблицами: 1:1, 1:N, M:N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Связываем сущности Internet Shop через PRIMARY KEY и FOREIGN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понятие кардинальности связи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связи 1:1, 1:N и M:N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Определять, в какой таблице должен находиться FOREIGN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Реализовывать связь один к одному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Реализовывать связь один ко многим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промежуточную таблицу для связи многие ко многим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Поддерживать ссылочную целостность средствами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Проектировать связи между сущностями Internet 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Кардинальность и внешние ключи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Что означает связь между таблицами и как её описывают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Связь 1:1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Одна строка одной таблицы связана максимум с одной строкой другой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Связь 1:N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Одна родительская строка может быть связана со многими дочерними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Связь M:N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Многие строки одной таблицы связаны со многими строками другой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Связи в Internet 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users, orders, products, categories и order_items в единой схеме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Кардинальность и внешние ключи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Связь показывает, сколько строк одной таблицы может соответствовать строкам другой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Зачем связывать таблицы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Разные сущности хранятся в отдельных таблицах.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объекты предметной области взаимодействуют друг с другом.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Товар относится к категории.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создаёт заказы.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Заказ содержит товары.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Связи позволяют представить эти отношения в реляционной базе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кардинальность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Кардинальность показывает, сколько экземпляров одной сущности может быть связано с экземплярами другой сущности.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1:1 — один объект связан максимум с одним объектом.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1:N — один объект может быть связан со многими объектами.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M:N — многие объекты могут быть связаны со многими объектами.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Кардинальность определяется правилами предметной области.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Она влияет на структуру таблиц и расположение внешних ключей.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Три основных типа связей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Связь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Смысл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 Internet Shop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1:1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Одна строка ↔ одна строка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 ↔ User Profile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Одна строка → много строк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 → 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M:N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Много строк ↔ много строк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Orders ↔ 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 dirty="0">
                <a:solidFill>
                  <a:srgbClr val="172033"/>
                </a:solidFill>
                <a:latin typeface="Aptos"/>
              </a:rPr>
              <a:t>1:1, 1:N и M:N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000" b="1" i="0" dirty="0" err="1">
                <a:solidFill>
                  <a:srgbClr val="172033"/>
                </a:solidFill>
                <a:latin typeface="Aptos"/>
              </a:rPr>
              <a:t>примере</a:t>
            </a:r>
            <a:r>
              <a:rPr sz="3000" b="1" i="0" dirty="0">
                <a:solidFill>
                  <a:srgbClr val="172033"/>
                </a:solidFill>
                <a:latin typeface="Aptos"/>
              </a:rPr>
              <a:t>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0E85FF-4353-C342-2DFD-0063717FF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PRIMARY KEY и FOREIGN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PRIMARY KEY однозначно идентифицирует строку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FOREIGN KEY хранит ссылку на ключ другой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Внешний ключ связывает строки разных таблиц.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проверяет существование связанной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Связь определяется не названием столбца, а ограничением FOREIGN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Простейшая связь через FOREIGN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products (
  id INTEGER GENERATED ALWAYS AS IDENTITY PRIMARY KEY,
  name VARCHAR(150) NOT NULL,
  category_id INTEGER NOT NULL REFERENCES categories(id)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products.id идентифицирует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products.category_id хранит ссылку на категорию.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REFERENCES categories(id) создаёт внешний ключ.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PostgreSQL не разрешит category_id, которого нет в categories.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Родительская и дочерняя таблица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Таблицу, на ключ которой ссылаются, часто называют родительской.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Таблицу с FOREIGN KEY называют дочерней.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связи Category → Product родительская таблица — categories.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Дочерняя таблица —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Дочерняя строка хранит идентификатор родительской строки.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Связь 1:1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Одной строке основной таблицы соответствует максимум одна строка дополнительной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означает 1:1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Связь 1:1 означает, что одной строке таблицы A может соответствовать не более одной строки таблицы B, и наоборот.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Связь удобна для разделения данных одной сущности на несколько таблиц.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Основная таблица содержит базовые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Дополнительная таблица содержит расширенные или необязательные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Внешний ключ должен быть уникальным.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из способов — сделать FOREIGN KEY одновременно PRIMARY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User и User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Основные данные: id, name, email.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user_profiles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Дополнительные данные: user_id, phone, address.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Правило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39502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 одного пользователя не может быть двух профилей.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Таблица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users (
  id INTEGER GENERATED ALWAYS AS IDENTITY PRIMARY KEY,
  name VARCHAR(100) NOT NULL,
  email VARCHAR(150) NOT NULL UNIQUE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Каждый пользователь имеет уникальный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email обязателен.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UNIQUE не позволяет зарегистрировать одинаковый email дважды.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Связь 1:1 через PRIMARY KEY + FOREIGN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user_profiles (
  user_id INTEGER PRIMARY KEY REFERENCES users(id),
  phone VARCHAR(30),
  address VARCHAR(250)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user_id является PRIMARY KEY таблицы user_profiles.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Поэтому один user_id не может повторяться.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Одновременно user_id является FOREIGN KEY на users(id).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Таким образом одному User соответствует максимум один User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второй профиль создать нельзя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Повторно создать user_profile для user_id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spcAft>
                <a:spcPts val="5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INSERT INTO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user_profiles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  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user_id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 phone)
VALUES
  (1, '+7 700 111 22 33');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ERROR: duplicate key value violates unique constraint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PRIMARY KEY user_id гарантирует, что для одного пользователя существует не более одной строки профиля.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Связь 1:1: User ↔ User Profile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1FF266-482F-A4B5-6C78-CC0FEBDE5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Когда использовать 1:1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Когда часть данных является необязательной.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Когда дополнительные данные удобно отделить от основной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Когда различные части данных имеют разные правила доступа.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Когда одна большая таблица логически содержит несколько разных блоков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следует автоматически разделять каждую сущность на несколько таблиц без практической причины.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1:1 не обязательно означает наличие двух строк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Пользователь может существовать без строки user_profiles.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если профиль создан, он относится только к одному пользователю.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 у одного пользователя не может быть второго профиля.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на практике связь часто означает 1 → 0..1.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Кардинальность описывает допустимое количество связанных объектов.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Связь 1:N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Одна родительская строка может иметь множество дочерних строк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означает 1:N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Связь 1:N означает, что одна строка родительской таблицы может быть связана со многими строками дочерней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Каждая дочерняя строка обычно относится к одному родителю.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FOREIGN KEY размещается на стороне 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Одна Category может содержать много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User может создать много Orders.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один из наиболее распространённых типов связей.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Примеры 1:N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448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Сторона 1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Сторона N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FOREIGN KEY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products.category_id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orders.user_id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Главное правило связи 1:N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Внешний ключ размещается в таблице на стороне 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products хранит category_id, потому что товаров в категории много.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orders хранит user_id, потому что заказов пользователя может быть много.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родительской таблице не нужен массив идентификаторов дочерних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Связь определяется значением FOREIGN KEY каждой дочерней строки.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1:N → FOREIGN KEY находится на стороне 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Category →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products (
  id INTEGER GENERATED ALWAYS AS IDENTITY PRIMARY KEY,
  name VARCHAR(150) NOT NULL,
  price INTEGER NOT NULL CHECK (price &gt; 0),
  category_id INTEGER NOT NULL REFERENCES categories(id),
  in_stock BOOLEAN NOT NULL DEFAULT true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Одна категория может использоваться во многих строках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Один товар содержит только один category_id.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Много товаров могут иметь одинаковый category_id.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и формирует связь 1:N.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User →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orders (
  id INTEGER GENERATED ALWAYS AS IDENTITY PRIMARY KEY,
  user_id INTEGER NOT NULL REFERENCES users(id),
  status VARCHAR(30) NOT NULL DEFAULT 'new',
  created_at TIMESTAMPTZ NOT NULL DEFAULT CURRENT_TIMESTAMP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Каждый order содержит user_id.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Один user_id может встречаться во многих заказах.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Каждый заказ принадлежит одному существующему пользователю.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PostgreSQL проверяет ссылочную целостность.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Связь 1:N: Category → Products и User → Orders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9BA1C-2A22-BD11-2063-8C5CF147F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Один пользователь и несколько заказов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Получить заказы пользователя с id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spcAft>
                <a:spcPts val="5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SELECT
  id,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user_id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status,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created_at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FROM orders
WHERE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user_id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3
ORDER BY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created_at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DESC;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12 | 3 | new      | ...
8  | 3 | paid     | ...
2  | 3 | delivered|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Несколько строк orders содержат одинаковый user_id = 3 и относятся к одному пользователю.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1:N и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SELECT p.name, c.name AS category
FROM products AS p
JOIN categories AS c
  ON c.id = p.category_id;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FOREIGN KEY хранит связь между строками.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JOIN позволяет получить данные связанных таблиц в одном результате.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Например, можно получить товар и название его категории.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Или заказ и имя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Связь существует независимо от того, выполняем мы JOIN или нет.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Связь M:N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Многие строки одной таблицы связаны со многими строками другой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означает M:N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Связь M:N означает, что одна строка таблицы A может быть связана со многими строками таблицы B, и каждая строка B также может быть связана со многими строками 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Order содержит несколько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Product может входить в множество Orders.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Одного внешнего ключа в orders или products недостаточно.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связи создаётся отдельная промежуточная таблица.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Она хранит пары внешних ключей.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FOREIGN KEY в одной таблице не решает M:N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product_id в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Один заказ сможет ссылаться только на один товар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Нельзя удобно хранить несколько товаров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соответствует предметной области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order_id в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Один товар сможет относиться только к одному заказу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Товар нельзя использовать в других заказах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соответствует предметной области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Промежуточная таблица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Orders ↔ Products создаём order_items.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order_items содержит order_id.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order_items содержит product_id.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Каждая строка означает: этот товар входит в этот заказ.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Промежуточная таблица может хранить дополнительные свойства самой связи.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хранит order_items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Столбец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order_id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Какому заказу принадлежит позиция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product_id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Какой товар находится в заказе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quantity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Количество единиц товара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Цена товара в момент оформления заказа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M:N превращается в две связи 1:N через order_items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950F3A-60F8-42D0-EF77-9B3249CC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Таблица order_items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order_items (
  order_id INTEGER NOT NULL REFERENCES orders(id),
  product_id INTEGER NOT NULL REFERENCES products(id),
  quantity INTEGER NOT NULL CHECK (quantity &gt; 0),
  price INTEGER NOT NULL CHECK (price &gt; 0),
  PRIMARY KEY (order_id, product_id)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order_id является внешним ключом на orders.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product_id является внешним ключом на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Составной PRIMARY KEY запрещает повтор одной пары order_id + product_id.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quantity описывает свойства связи Order ↔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price сохраняет цену товара в конкретном заказе.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работает связь M:N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Создаётся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Например, новый заказ получает id = 10.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638044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489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Выбираются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546603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Пользователь выбирает товары с id 2, 5 и 8.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Создаются строки order_items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776471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В таблицу добавляются пары (10,2), (10,5) и (10,8).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09778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2462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Связь становится двусторонней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006340"/>
            <a:ext cx="6995160" cy="119329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 order_id можно найти товары заказа, а по product_id — заказы, содержащие товар.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Связи в Internet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Объединяем все типы отношений в одной схеме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Связи нашей базы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Сущности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Тип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Реализация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 ↔ User Profile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1:1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user_profiles.user_id PK + FK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 → 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products.category_id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 → 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1:N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orders.user_id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Orders ↔ 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M:N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order_items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определить тип связи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Сформулируйте правило предметной области обычными словами.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Спросите: сколько объектов B может относиться к одному A?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Затем спросите: сколько объектов A может относиться к одному B?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Ответы определяют 1:1, 1:N или M:N.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Только после этого решайте, где хранить FOREIGN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Алгоритм проектирования связи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Выбрать две сущности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Например, Category и Product.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Сформулировать бизнес-правило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Одна категория может содержать много товаров.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Определить кардинальность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Category → Product имеет тип 1:N.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Определить расположение FOREIGN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Для 1:N внешний ключ размещается на стороне N: products.category_id.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Добавить ограничение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FOREIGN KEY должен ссылаться на PRIMARY KEY родительской таблицы.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тестовыми данными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База должна принимать корректные ссылки и отклонять некорректные.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при удалении связанной строки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FOREIGN KEY не позволяет нарушить ссылочную целостность.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Удаление родительской строки может быть запрещено, если на неё существуют ссылки.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некоторых связей можно явно настроить ON DELETE CASCADE.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CASCADE автоматически удаляет зависимые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Поведение удаления должно определяться смыслом данных, а не удобством написания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Полная схема связей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5BCFD8-7C07-63A5-90B8-B787D2872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товары конкретного заказа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SELECT
  p.id,
  p.name,
  oi.quantity,
  oi.price
FROM order_items AS oi
JOIN products AS p
  ON p.id = oi.product_id
WHERE oi.order_id = $1
ORDER BY p.name;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order_items определяет товары конкретного заказа.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JOIN получает данные Product.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$1 содержит id заказа.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quantity и price принадлежат позиции заказа.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Один запрос восстанавливает данные из связанных таблиц.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заказы, содержащие товар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SELECT
  o.id,
  o.status,
  o.created_at,
  oi.quantity
FROM order_items AS oi
JOIN orders AS o
  ON o.id = oi.order_id
WHERE oi.product_id = $1
ORDER BY o.created_at DESC;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Ту же промежуточную таблицу можно использовать в обратном направлении.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$1 содержит id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Запрос находит все заказы, содержащие этот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демонстрирует двустороннюю природу связи M:N.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Как выбирать 1:1, 1:N или M:N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B2C92D-87DE-9A5F-D8AF-032E90545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добавьте связи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Расширьте shop_db таблицами users, user_profiles, orders и order_items и реализуйте связи 1:1, 1:N и M:N.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users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user_profiles с user_id как PK и FK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orders с user_id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order_items с order_id и product_id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тестовых пользователей и заказы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товары в заказы через order_items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ограничения внешних ключей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Выполнить JOIN для получения состава заказа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↔ User Profile реализовано как 1:1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User → Orders реализовано как 1:N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 → Products продолжает работать как 1:N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Orders ↔ Products реализовано через order_items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Несуществующие внешние ключи отклоняются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JOIN возвращает товары выбранного заказа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Что такое кардинальность связи?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1:1 отличается от 1:N?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На какой стороне связи 1:N располагается FOREIGN KEY?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Как обеспечить не более одного профиля для пользователя?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Почему M:N нельзя реализовать одним обычным FOREIGN KEY?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Для чего нужна промежуточная таблица?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Какие внешние ключи содержит order_items?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Зачем в order_items хранить quantity?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Что произойдёт при попытке записать несуществующий внешний ключ?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Как определить тип связи по правилам предметной области?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Кардинальность определяет допустимое количество связанных строк.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Связь 1:1 можно реализовать уникальным FOREIGN KEY или ключом, одновременно являющимся PRIMARY KEY.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 связи 1:N внешний ключ хранится на стороне N.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Category → Products и User → Orders являются примерами 1:N.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Связь M:N требует промежуточной таблицы.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Orders ↔ Products реализуется через order_items.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Промежуточная таблица может хранить свойства самой связи, например quantity и price.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FOREIGN KEY обеспечивает ссылочную целостность.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Тип связи определяется правилами предметной области, а не удобством написания кода.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Связи между таблицами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3365</Words>
  <Application>Microsoft Office PowerPoint</Application>
  <PresentationFormat>Широкоэкранный</PresentationFormat>
  <Paragraphs>469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Связи между таблицами: 1:1, 1:N, M:N</dc:title>
  <dc:subject>Проектирование и реализация связей между таблицами PostgreSQL с использованием первичных и внешних ключей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2026-09-21T13:14:43Z</dcterms:modified>
  <cp:category/>
</cp:coreProperties>
</file>