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91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37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Миграции и начальное заполнение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Prisma Migrate, история изменений схемы и воспроизводимый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назначение миграций базы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и применять миграции через Prisma Migrate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prisma migrate dev и prisma migrate 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назначение shadow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Контролировать историю миграций и таблицу _prisma_migrations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Безопасно изменять существующую схему без ручного редактирования таблиц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Настраивать seed-команду в prisma.config.ts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воспроизводимый seed-скрипт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Восстанавливать учебную базу из миграций и начальных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Зачем нужны миграции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Согласование Prisma Schema, SQL-схемы и истории изменений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Создание миграций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migrate dev, migration.sql и безопасное изменение моделей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Development и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reset, status и migrate deploy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Начальное заполнение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seed-скрипт и prisma db seed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Рабочий процесс команды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Как воспроизводимо развернуть Internet Shop на новом компьютере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Зачем нужны миграции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Схема базы данных развивается вместе с приложением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База данных меняется вместе с проектом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старте Product содержит только основные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Позже появляются description, sku, timestamps и новые связи.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Изменения должны одинаково применяться на компьютерах всех разработчиков.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Нельзя полагаться на ручное изменение таблиц через pgAdmin.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Нужна воспроизводимая история изменения структуры базы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выглядит изменение без миграций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Изменили schema.prisma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 модели Product появилось новое поле description.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638044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489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Вручную изменили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546603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Один разработчик выполнил ALTER TABLE через SQL или pgAdmin.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Другой компьютер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776471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 другой машине таблица осталась старой и приложение получает ошибку.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09778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2462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Проблема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006340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Код и реальная структура базы данных перестали соответствовать друг другу.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Ручное изменение БД и миграции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Ручное изменение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Изменения легко забыть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Нет общей истории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Сложно повторить на другой БД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Высокий риск рассинхронизации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 Migrate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Изменения сохраняются в файлах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Есть последовательная история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Можно повторно применить на новой БД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Миграции хранятся вместе с кодом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Prisma Schema → Migration →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7E4030-8092-F607-ECAF-46F33ED09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миграция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Миграция — это зафиксированный шаг изменения структуры базы данных, который переводит её из одного состояния схемы в другое.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Schema описывает желаемую модель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Migrate сравнивает новое состояние с историей миграций.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изменения PostgreSQL создаётся SQL-файл migration.sql.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Применённые миграции фиксируются в базе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Файлы миграций должны храниться в системе контроля версий.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Структура каталога 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prisma/
├── schema.prisma
├── seed.js
└── migrations/
    ├── 20260921090000_init/
    │   └── migration.sql
    └── 20260922110000_add_product_description/
        └── migration.sql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находится в migration.sql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ALTER TABLE "products"
ADD COLUMN "description" TEXT;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обычный SQL, который изменяет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Файл генерируется Prisma Migrate на основе изменения модели.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можно просмотреть до применения в важных проектах.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История migration.sql позволяет воспроизвести структуру базы.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делает prisma migrate dev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Проверяет историю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Prisma анализирует существующие миграции и development database.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Использует shadow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История миграций воспроизводится отдельно для обнаружения расхождений.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Создаёт новую миграцию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Изменения schema.prisma преобразуются в SQL.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Применяет миграцию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Новая миграция выполняется в development database.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Обновляет историю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Применённая миграция фиксируется в _prisma_migrations.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Зачем Prisma Migrate нужна shadow database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0907F6-9001-4A4D-97ED-E960C582B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Создание миграции в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migrate dev --name add-product-description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Команда предназначена для среды разработки.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--name задаёт понятное имя шага миграции.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создаёт каталог миграции и применяет 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Prisma ORM v7 генерацию Prisma Client выполняем отдельно.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После migrate dev генерируем Prisma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Таблица _prisma_migrations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создаёт служебную таблицу _prisma_migrations.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ней фиксируется история применённых миграций.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 этой истории Prisma понимает состояние конкретной базы.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Эту таблицу не используют как бизнес-таблицу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Файлы migrations и записи _prisma_migrations должны соответствовать друг другу.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Создание миграций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Изменяем Product контролируемым способом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Шаг 1. Добавляем поле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model Product {
  id          Int      @id @default(autoincrement())
  name        String
  price       Int
  description String?
  categoryId  Int      @map("category_id")
  inStock     Boolean  @default(true) @map("in_stock")
  category    Category @relation(fields: [categoryId], references: [id])
  @@map("products")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String? означает nullable-поле.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Существующие строки могут получить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Такое изменение обычно безопаснее, чем сразу добавлять обязательное поле.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изменения schema.prisma создаём миграцию.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Шаг 2. Создаём и применяем миграцию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migrate dev --name add-product-description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 в проекте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prisma/migrations/
└── 20260922110000_add_product_description/
    └── migration.sql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Сгенерированный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ALTER TABLE "products"
ADD COLUMN "description" TEXT;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создаёт SQL на основе изменения модели.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Существующие данные остаются в таблице.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Новый столбец допускает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применения Product и таблица products снова согласованы.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Миграция не означает удаление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Обычный ALTER TABLE может изменить структуру без очистки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Риск зависит от конкретного изменения схемы.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Добавление nullable-поля обычно не требует удаления существующих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Удаление столбца или изменение типа может привести к потере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 опасной миграцией нужно анализировать сгенерированный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состояния миграций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migrate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Команда показывает состояние migration history.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Можно увидеть, есть ли неприменённые миграции.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Полезно выполнять перед deployment и при диагностике окружения.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цикл изменения схемы через migrate dev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1A03B3-11C6-BDFB-55EB-52781AB4F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Вторая миграция: slug категории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model Category {
  id       Int       @id @default(autoincrement())
  name     String    @unique
  slug     String?   @unique
  products Product[]
  @@map("categories")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Новое поле снова сначала делаем необязательным.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@unique создаёт ограничение уникальности.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изменения создаём отдельную миграцию.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Каждое логическое изменение получает собственный шаг истории.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Какие изменения требуют особой осторожности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Удаление столбца уничтожает данные этого столбца.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Добавление обязательного поля проблемно, если таблица уже содержит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Изменение типа может быть несовместимо с существующими значениями.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Добавление UNIQUE завершится ошибкой при существующих дубликатах.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Изменения внешних ключей могут конфликтовать с существующими связями.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Безопасное добавление обязательного поля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Добавить nullable-поле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160324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Сначала создать поле как String? и применить миграцию.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Заполнить существующие строки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956559"/>
            <a:ext cx="6995160" cy="160324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Обновить данные так, чтобы NULL больше не осталось.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Сделать поле обязательным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596383"/>
            <a:ext cx="6995160" cy="160324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Изменить String? на String и создать следующую миграцию.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Development и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Разные окружения используют разные 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prisma migrate 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Команда предназначена только для development.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Она сбрасывает development schema и повторно применяет миграции.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Все пользовательские данные в сбрасываемой schema будут потеряны.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reset в Prisma ORM v7 seed запускается отдельно.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Команда полезна, когда учебную БД нужно построить заново.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Восстановление development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Сбросить development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Запустить prisma migrate reset и подтвердить потерю данных.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638044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489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Применить миграции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546603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Prisma повторно выполняет всю историю migrations.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Сгенерировать клиент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776471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Выполнить prisma generate.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09778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2462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Заполнить тестовыми данными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006340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Явно выполнить prisma db seed.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Production и staging: migrate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migrate deploy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Команда применяет уже существующие pending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Она не создаёт новую миграцию из schema.prisma.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Она не использует shadow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Она не сбрасывает production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Обычно запускается как часть deployment или CI/CD.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migrate dev и migrate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migrate 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Только development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Создаёт новые migration files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drift через shadow database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Применяет миграции к dev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migrate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Staging и production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создаёт новые миграции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Применяет только pending migrations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автоматического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хранить в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prisma/schema.prisma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prisma.config.ts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Каталог prisma/migrations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seed-скрипт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package.json и lock-файл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Не хранить реальные пароли и DATABASE_URL в репозитории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Начальное заполнение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Seed создаёт предсказуемые стартовые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seeding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Seeding — программное начальное заполнение базы данных заранее определёнными 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Seed создаёт данные, необходимые для разработки и демонстрации.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автоматически создать категории и тестовые товары.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Новая development database получает одинаковый исходный набор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Seed должен быть воспроизводимым.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Prisma ORM v7 seed запускается явно командой prisma db seed.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Настройка seed в prisma.config.ts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TYPESCRIPT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"dotenv/config";
import { defineConfig, env } from "prisma/config";
export default defineConfig({
  schema: "prisma/schema.prisma",
  migrations: {
    path: "prisma/migrations",
    seed: "node prisma/seed.js"
  },
  datasource: {
    url: env("DATABASE_URL")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migrations.path указывает каталог истории миграций.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migrations.seed задаёт команду запуска seed-скрипта.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db seed выполняет именно эту команду.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Для нашего ESM-проекта используем обычный JavaScript seed.js.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Seed: категории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{ prisma } from "../config/prisma.js";
async function main() {
  const laptops = await prisma.category.upsert({
    where: { name: "Ноутбуки" },
    update: {},
    create: { name: "Ноутбуки" }
  });
  const accessories = await prisma.category.upsert({
    where: { name: "Аксессуары" },
    update: {},
    create: { name: "Аксессуары" }
  });
  console.log({ laptops, accessories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Category.name уникален, поэтому подходит для upsert.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upsert создаёт запись, если её нет.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категория уже существует, повторный запуск не создаёт дубликат.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делает seed более устойчивым к повторному запуску.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Seed: тестовые товары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laptop = await prisma.product.findFirst({
  where: { name: "Laptop Pro" }
});
if (!laptop) {
  await prisma.product.create({
    data: {
      name: "Laptop Pro",
      price: 420000,
      categoryId: laptops.id,
      inStock: true,
      description: "Учебный товар"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Product.name в нашей модели не объявлен unique.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Поэтому сначала проверяем наличие тестового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отсутствии создаём его через create().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Seed можно расширить несколькими категориями и товарами.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Завершение seed-скрипта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main()
  .then(async () =&gt; {
    await prisma.$disconnect();
  })
  .catch(async (error) =&gt; {
    console.error(error);
    await prisma.$disconnect();
    process.exit(1);
  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После успешной работы отключаем Prisma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Ошибка выводится в консоль.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process.exit(1) сообщает оболочке о неуспешном выполнении seed.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Запуск начального заполнения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F8FAFC"/>
                </a:solidFill>
                <a:latin typeface="Consolas"/>
              </a:rPr>
              <a:t>npx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prisma@7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db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Migration и Seed решают разные задачи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C8B57C-3A8E-B7C9-74ED-CDAEECA6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Migration vs Seed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Изменяет структуру базы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Создаёт таблицы и столбцы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Добавляет ограничения и индексы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Хранит историю schema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Создаёт начальные данные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Добавляет категории и тестовые записи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заменяет миграции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Запускается после готовности структуры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Рабочий процесс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Новый компьютер должен получить ту же схему и стартовые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Развёртывание проекта на новом компьютере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Установить зависимости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Выполнить npm install и настроить .env.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Применить миграции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 development выполнить prisma migrate dev для синхронизации локальной базы с migration history.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Сгенерировать Prisma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Выполнить prisma generate.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Запустить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Выполнить prisma db seed для создания стартовых данных.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Запустить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Проверить REST endpoints Internet Shop.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Типичная последовательность команд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install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npx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prisma@7 migrate dev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npx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prisma@7 generate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npx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prisma@7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db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seed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ошибки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Изменили БД вручную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Появляется schema drift: реальная структура расходится с migration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Удалили migration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История проекта больше не соответствует применённым миграциям.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3243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Использовали migrate dev в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Development-команда не предназначена для production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32430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Ожидали автоматический 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 Prisma ORM v7 seed запускается явно через prisma db seed.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30496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931664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85851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Seed создаёт дубликаты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443728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Нужно использовать уникальные ключи, upsert или предварительную проверку.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Жизненный цикл схемы и данных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74463F-C578-94FE-C085-C13181A7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Какую проблему решают миграции?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хранится в migration.sql?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Для чего используется shadow database?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Чем migrate dev отличается от migrate deploy?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Почему migrate dev нельзя использовать как production-команду?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Что делает migrate reset?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Для чего нужна таблица _prisma_migrations?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Что такое seed?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Где в Prisma ORM v7 задаётся команда seed?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seed желательно делать повторяемым?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11. В каком порядке на новой машине применяются migrations, generate и seed?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59028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6285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12. Почему migration files должны храниться в Git?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Migrate хранит воспроизводимую историю изменения структуры базы.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173224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73224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migrate dev создаёт и применяет миграции в development.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4741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741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Shadow database помогает обнаруживать расхождения migration history и development schema.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Каждая миграция содержит SQL-файл изменения базы.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9580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Опасные schema changes необходимо проверять до применения.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2699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699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migrate deploy применяет существующие pending migrations в staging и production.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migrate reset предназначен только для development и удаляет данные.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Seed создаёт предсказуемый набор начальных данных.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 Prisma ORM v7 seed запускается явно через prisma db seed.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Миграции отвечают за структуру, seed — за стартовые данные.</a:t>
            </a:r>
          </a:p>
        </p:txBody>
      </p:sp>
      <p:sp>
        <p:nvSpPr>
          <p:cNvPr id="25" name="Oval 24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Новый разработчик может воспроизвести Internet Shop из migration history и seed-скрипта.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Migrations &amp; Seed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2992</Words>
  <Application>Microsoft Office PowerPoint</Application>
  <PresentationFormat>Широкоэкранный</PresentationFormat>
  <Paragraphs>463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Миграции и начальное заполнение базы данных</dc:title>
  <dc:subject>Prisma Migrate, миграции и seeding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2026-09-21T15:48:05Z</dcterms:modified>
  <cp:category/>
</cp:coreProperties>
</file>