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2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PostgreSQL и подключение базы данных к Node.js-приложению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Переходим от временного массива products[] к постоянному хранению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роль PostgreSQL в серверном приложении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Понимать клиент-серверную модель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Создавать базу данных и таблицу products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Подключать пакет pg к Node.js-приложению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Настраивать параметры подключения через .env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Pool для выполнения SQL-запросов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Получать строки PostgreSQL в JavaScript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Подключать базу данных к слою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Зачем приложению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Постоянное хранение данных и роль реляционной базы данных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Подготовка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База, пользователь, таблица products и тестовые данные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Подключение Node.js к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Пакет pg, параметры подключения, Pool и проверка соединения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SQL-запросы из Node.js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pool.query(), result.rows и параметризованные запросы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 в архитектуре Express-приложения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Route → Controller → Service → Pool →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Зачем приложению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Данные должны переживать перезапуск Node.js-приложения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происходило с products[] раньше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Товары хранились в обычном JavaScript-массиве.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выполнял find(), push(), Object.assign() и splice().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Такой вариант удобен для изучения REST API и архитектуры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Массив существует только в оперативной памяти процесса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остановки сервера все добавленные и изменённые данные теряются.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Массив подходит для учебного прототипа, но не является постоянным хранилищем данных.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Массив в памяти и база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JavaScript-массив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Хранится в памяти процесса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Исчезает после перезапуска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простых демонстраций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Нет полноценного языка запросов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Плохо подходит для совместной работы многих пользователей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Хранит данные постоянно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Данные сохраняются после перезапуска Node.js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Поддерживает 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Обеспечивает ограничения целостности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Предназначена для одновременной работы клиентов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реляционная база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Реляционная база данных хранит данные в связанных таблицах, состоящих из строк и столбцов.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Таблица описывает набор однотипных сущностей.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Строка представляет один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Столбец представляет свойство объекта.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Первичный ключ однозначно идентифицирует строку.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SQL используется для создания, чтения и изменения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От массива products[] к постоянному хранилищу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0E3A01-2995-E9CD-1295-0B2F2FEC1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элементы реляционной модели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База данных содержит таблицы и другие объекты приложения.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Таблица хранит набор однотипных сущностей, например товары.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Row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Строка таблицы представляет один конкретный объект.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Column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Столбец описывает отдельное свойство объекта.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Primary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Первичный ключ уникально идентифицирует каждую строку.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— реляционная система управления базами данных, с которой приложение взаимодействует через SQL и сетевое соединение.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работает как отдельный серверный процесс.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База данных не находится внутри Node.js-приложения.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Node.js выступает клиентом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Приложение отправляет SQL-запросы серверу базы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выполняет запрос и возвращает результат.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Клиент-серверная модель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Server принимает подключения клиентов.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Клиентом может быть psql, pgAdmin, Node.js-приложение или другая программа.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отправляет SQL-запрос.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анализирует и выполняет запрос.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Результат возвращается клиентскому приложению.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Клиент и сервер базы данных могут находиться на разных компьютерах.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Node.js-приложение как клиент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9AB5C2-5931-38D0-EDCD-435928D25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Таблица products в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Столбец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Назначение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Уникальный идентификатор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SSD 1TB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Название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Цена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Components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Категория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in_stock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72033"/>
                          </a:solidFill>
                          <a:latin typeface="Aptos"/>
                        </a:rPr>
                        <a:t>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Признак</a:t>
                      </a:r>
                      <a:r>
                        <a:rPr sz="1800" b="0" dirty="0">
                          <a:solidFill>
                            <a:srgbClr val="172033"/>
                          </a:solidFill>
                          <a:latin typeface="Aptos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72033"/>
                          </a:solidFill>
                          <a:latin typeface="Aptos"/>
                        </a:rPr>
                        <a:t>наличия</a:t>
                      </a:r>
                      <a:endParaRPr sz="1800" b="0" dirty="0">
                        <a:solidFill>
                          <a:srgbClr val="172033"/>
                        </a:solidFill>
                        <a:latin typeface="Aptos"/>
                      </a:endParaRP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Подготовка базы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Создаём отдельную базу shop_db для Internet Shop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требуется для подключения к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Адрес компьютера, на котором работает PostgreSQL. Локально обычно localhost.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Сетевой порт PostgreSQL. Стандартное значение — 5432.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Имя базы данных, к которой подключается приложение.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PostgreSQL, от имени которого выполняются запросы.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Password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Пароль пользователя базы данных.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Пять параметров подключения к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B34D87-6C7F-DCBC-7D8A-A2364E55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пользователя и базу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endParaRPr lang="en-US" sz="1800" b="0" i="0" dirty="0">
              <a:solidFill>
                <a:srgbClr val="F8FAFC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CREATE USER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shop_user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WITH PASSWORD 'college123';
CREATE DATABASE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shop_db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OWNER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shop_user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shop_user — отдельная учётная запись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Пароль используется при подключении Node.js.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shop_db — база данных интернет-магазина.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OWNER shop_user делает созданного пользователя владельцем базы.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реальном проекте пароль должен быть значительно сложнее учебного.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таблицу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price INTEGER NOT NULL CHECK (price &gt; 0),
  category VARCHAR(100) NOT NULL,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BOOLEAN NOT NULL DEFAULT true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создаётся автоматически и является первичным ключом.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name хранит название товара.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price хранится как целое число тенге.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CHECK запрещает цену меньше или равную нулю.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in_stock хранит логическое значение наличия товара.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Добавляем тестовые данные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INSERT INTO products
  (name, price, category,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
VALUES
  ('Keyboard', 15000, 'Accessories', true),
  ('Mouse', 8000, 'Accessories', true),
  ('Monitor', 85000, 'Monitors', false);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Проверяем таблицу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SELECT * FROM products ORDER BY id;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" y="1956816"/>
            <a:ext cx="5975457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1 | Keyboard | 15000 | Accessories |</a:t>
            </a:r>
            <a:r>
              <a:rPr lang="en-US" sz="1800" b="0" i="0" dirty="0">
                <a:solidFill>
                  <a:srgbClr val="F8FAFC"/>
                </a:solidFill>
                <a:latin typeface="Consolas"/>
              </a:rPr>
              <a:t> 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true
2 | Mouse    | 8000  | Accessories | true
3 | Monitor  | 85000 | Monitors    | 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28503" y="1956816"/>
            <a:ext cx="4601496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49428" y="2093976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 dirty="0" err="1">
                <a:solidFill>
                  <a:srgbClr val="14B8A6"/>
                </a:solidFill>
                <a:latin typeface="Aptos"/>
              </a:rPr>
              <a:t>Пояснение</a:t>
            </a:r>
            <a:endParaRPr sz="1800" b="1" i="0" dirty="0">
              <a:solidFill>
                <a:srgbClr val="14B8A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35577" y="2569464"/>
            <a:ext cx="4558431" cy="953081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 dirty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подключения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Node.js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необходимо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убедиться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что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база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,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таблица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и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тестовые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данные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действительно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 </a:t>
            </a:r>
            <a:r>
              <a:rPr sz="1800" b="0" i="0" dirty="0" err="1">
                <a:solidFill>
                  <a:srgbClr val="172033"/>
                </a:solidFill>
                <a:latin typeface="Aptos"/>
              </a:rPr>
              <a:t>существуют</a:t>
            </a:r>
            <a:r>
              <a:rPr sz="1800" b="0" i="0" dirty="0">
                <a:solidFill>
                  <a:srgbClr val="172033"/>
                </a:solidFill>
                <a:latin typeface="Apto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Подключение Node.js к PostgreSQL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Используем драйвер node-postgres и пул соединений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Зачем Node.js нужен драйвер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Драйвер базы данных — библиотека, позволяющая приложению устанавливать соединение с СУБД, отправлять запросы и получать результаты.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Express сам по себе не умеет работать с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PostgreSQL в Node.js часто используется пакет pg.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Пакет реализует PostgreSQL-протокол.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Он поддерживает Promise и async/await.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Через него приложение выполняет SQL-запросы.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Устанавливаем node-postgres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 err="1">
                <a:solidFill>
                  <a:srgbClr val="F8FAFC"/>
                </a:solidFill>
                <a:latin typeface="Consolas"/>
              </a:rPr>
              <a:t>npm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install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pg</a:t>
            </a:r>
            <a:endParaRPr sz="1800" b="0" i="0" dirty="0">
              <a:solidFill>
                <a:srgbClr val="F8FAFC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Client и Pool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Client представляет одно соединение с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Pool управляет набором повторно используемых соединений.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Веб-приложение одновременно обслуживает несколько HTTP-запросов.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серверного Express-приложения обычно удобнее использовать Pool.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 Pool обычно создаётся при запуске приложения и используется повторно.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Client и Pool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Одно соединение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явно подключать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Нужно явно закрывать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небольшого отдельного скрипта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лучший вариант для каждого HTTP-запроса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Управляет несколькими соединениями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Повторно использует подключения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веб-сервера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pool.query() автоматически получает соединение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Один Pool можно использовать во всех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Зачем Express-приложению Pool соединений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4604F3-F62A-5236-51D7-2C662E1E5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Параметры подключения в .env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52760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PGHOST=localhost
PGPORT=5432
PGDATABASE=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shop_db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PGUSER=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shop_user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PGPASSWORD=college123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параметры подключения не записывают в код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Пароль базы данных не должен находиться внутри исходного JavaScript-файла.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 разных компьютерах адрес базы и пароль могут отличаться.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Переменные окружения позволяют менять конфигурацию без изменения кода.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Файл .env не следует публиковать в Git-репозитории.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локальной разработки .env позволяет хранить отдельную конфигурацию проекта.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Код приложения и секреты подключения должны храниться раздельно.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Создаём config/db.js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import {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loadEnvFile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} from 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node:process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';
import { Pool } from '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pg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';
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loadEnvFile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export const pool = new Pool({
  host: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process.env.PGHOST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port: Number(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process.env.PGPORT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),
  database: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process.env.PGDATABASE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user: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process.env.PGUSER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,
  password: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process.env.PGPASSWORD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
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loadEnvFile() загружает переменные из файла .env.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Pool импортируется из пакета pg.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process.env содержит параметры подключения.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Создаётся один общий объект pool.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Services смогут импортировать pool и выполнять SQL-запросы.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Проверяем соединение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'SELECT NOW() AS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current_time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'
);
console.log(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[0]);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pool.query() отправляет SQL-запрос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NOW() не зависит от таблицы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Успешный ответ подтверждает, что соединение работает.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Строки результата находятся в result.rows.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происходит при pool.query()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Node.js вызывает pool.query()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Приложение передаёт SQL-запрос объекту Pool.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Pool получает соединение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Используется свободное соединение или создаётся новое в пределах настроек пула.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SQL отправляется 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Запрос передаётся серверу базы данных.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 выполняет 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СУБД обрабатывает SQL и формирует результат.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Результат возвращается Node.js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Приложение получает объект результата с массивом rows.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Типичные ошибки подключения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Проблема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проверить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ECONNREFUSED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Запущен ли PostgreSQL и правильно ли указан host/port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password authentication failed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PGUSER и PGPASSWORD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database does not exist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PGDATABASE и наличие базы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permission denied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Права пользователя на базу и таблицу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relation products does not exist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Создана ли таблица products в нужной базе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SQL-запросы из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Service начинает получать товары из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возвращает pool.query()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pool.query() возвращает Promise.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После await мы получаем объект результата 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result.rows содержит строки результата SELECT.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строка представлена обычным JavaScript-объектом.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result.rowCount содержит количество строк, затронутых или возвращённых запросом.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может преобразовать result.rows в данные REST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все товары из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getAllProducts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 {
  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  `SELECT
       id,
       name,
       price,
       category,
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     FROM products
     ORDER BY id`
  );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становится асинхронным, потому что запрос к базе требует ожидания.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SELECT получает данные из таблицы products.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SQL-поле in_stock преобразуется в API-поле inStock через alias.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result.rows возвращается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JavaScript-массив products[] больше не является источником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GET /api/products теперь читает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GET /api/products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>
              <a:lnSpc>
                <a:spcPct val="100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SELECT id, name, price, category,
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FROM products
ORDER BY id;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Результат • JSON</a:t>
            </a:r>
          </a:p>
          <a:p>
            <a:pPr>
              <a:lnSpc>
                <a:spcPct val="100000"/>
              </a:lnSpc>
            </a:pPr>
            <a:r>
              <a:rPr sz="1400" b="0" i="0">
                <a:solidFill>
                  <a:srgbClr val="F8FAFC"/>
                </a:solidFill>
                <a:latin typeface="Consolas"/>
              </a:rPr>
              <a:t>[
  {
    "id": 1,
    "name": "Keyboard",
    "price": 15000,
    "category": "Accessories",
    "inStock": true
  }
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REST API для клиента остаётся прежним, но источником данных становится PostgreSQL.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Получаем товар по id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findProductById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 {
  const result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pool.query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
    `SELECT
       id,
       name,
       price,
       category,
   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AS "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"
     FROM products
     WHERE id = $1`,
    [id]
  );
  return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result.rows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[0];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$1 обозначает параметр SQL-запроса.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Значение параметра передаётся отдельно в массиве [id].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Драйвер не объединяет значение id со строкой SQL вручную.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result.rows[0] содержит найденный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строка не найдена, результат будет undefined.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Параметризованные SQL-запросы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Данные пользователя не следует вставлять в SQL через конкатенацию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PostgreSQL-параметры обозначаются как $1, $2, $3 и далее.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Значения передаются отдельным массивом.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Так код отделяет SQL-команду от пользовательских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Параметризованные запросы являются базовой защитой от SQL injection.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Используйте WHERE id = $1 и [id], а не формируйте SQL из частей пользовательского ввода.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Как req.params.id превращается в параметр $1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41DA3D-A34F-0C95-DD1A-32493FE5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ожидает результат 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products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getAllProducts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();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(products);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становится async.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await ожидает завершения SQL-запроса в Service.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Успешный результат отправляется клиенту как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Ошибка PostgreSQL передаётся централизованному errorHandler через next(error).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Controller получения одного товара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 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export async function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getProductById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(req, res, next) {
  try {
    const id = Number(req.params.id);
    const product = await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findProductById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(id);
    if (!product) {
      return next(
        new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AppError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('Product not found', 404)
      );
    }
  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res.json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(product);
  } catch (error) {
    next(error);
  }
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по-прежнему приходит из req.params.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Controller не содержит 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Service выполняет запрос к PostgreSQL.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Отсутствующий товар по-прежнему приводит к 404.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Архитектура HTTP-слоя почти не изменилась.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PostgreSQL в архитектуре Express-приложения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Меняется источник данных, но ответственность слоёв сохраняется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Service до и после подключения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Раньше: массив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products.find()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products.push()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Object.assign()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products.splice()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Данные хранятся в памяти 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Теперь: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SELECT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INSERT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UPDATE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DELETE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Данные постоянно хранятся в базе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Route → Controller → Service → Pool → PostgreSQL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E6C9CBC-53D4-CB06-033E-5DCFD594D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Полный путь GET /api/products/2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Route выбирает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GET /api/products/:id передаётся функции getProductById.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получает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Значение req.params.id преобразуется в число.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вызывает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findProductById(2) вызывается с обычным JavaScript-значением.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Service выполняет pool.query()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PostgreSQL получает SELECT ... WHERE id = $1 с параметром [2].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PostgreSQL возвращает строку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Service получает результат в result.rows[0].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Controller формирует HTTP-ответ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Найденный товар отправляется клиенту как JSON, а отсутствие товара приводит к 404.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изменилось в архитектуре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Routes практически не изменились.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Controllers по-прежнему работают с req, res и HTTP-кодами.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Services теперь являются асинхронными и выполняют SQL.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Появился отдельный модуль config/db.js с Pool.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стал постоянным источником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продолжает использовать те же REST endpoints.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Правильное разделение слоёв позволяет заменить источник данных без изменения публичного REST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Подключите Internet Shop API к PostgreSQL и замените чтение товаров из массива операциями SELECT.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базу shop_db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таблицу 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несколько тестовых товаров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Установить пакет pg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.env с параметрами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config/db.js и объект Pool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соединение через SELECT NOW()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Переписать getAllProducts() с использованием SELECT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Переписать findProductById(id) с использованием WHERE id = $1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Node.js успешно подключается к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 получает данные из таблицы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GET /api/products/:id выполняет параметризованный запрос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Перезапуск Node.js не удаляет товары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SQL находится в Service, а не в Route или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Почему JavaScript-массив не подходит для постоянного хранения данных?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Что такое PostgreSQL и какую роль она выполняет в приложении?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Какие параметры необходимы для подключения к PostgreSQL?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Для чего Node.js-приложению нужен пакет pg?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Чем Pool отличается от одного Client?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Почему пароль базы данных следует хранить в переменных окружения?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Где находятся строки результата после pool.query()?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Почему Service после подключения базы становится асинхронным?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Для чего используются параметры $1, $2 и массив значений?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Какие слои приложения должны знать о SQL?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PostgreSQL обеспечивает постоянное хранение данных серверного приложения.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Node.js подключается к PostgreSQL как клиент.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Для взаимодействия с PostgreSQL используется драйвер pg.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В веб-приложении удобно использовать Pool соединений.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Параметры подключения хранятся отдельно от исходного кода.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pool.query() позволяет отправлять SQL и получать result.rows.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Пользовательские значения передаются в SQL через параметры $1, $2 и далее.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SQL-запросы размещаются в Service, сохраняя разделение Route → Controller → Service.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Публичный REST API может остаться неизменным после перехода от массива к PostgreSQL.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Подключение базы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3354</Words>
  <Application>Microsoft Office PowerPoint</Application>
  <PresentationFormat>Широкоэкранный</PresentationFormat>
  <Paragraphs>490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PostgreSQL и подключение базы данных к Node.js-приложению</dc:title>
  <dc:subject>Подключение Express-приложения к PostgreSQL с использованием node-postgres</dc:subject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2026-09-20T15:15:52Z</dcterms:modified>
  <cp:category/>
</cp:coreProperties>
</file>