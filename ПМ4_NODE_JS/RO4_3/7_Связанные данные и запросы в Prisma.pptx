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53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4.3. Интегрировать серверные приложения с реляционными базами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Связанные данные и запросы в Prisma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Работа с отношениями между моделями через include, select и relation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Понимать, как отношения PostgreSQL отражаются в Prisma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scalar fields и relation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Получать связанные модели через include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Ограничивать связанные данные через вложенный select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Получать Product вместе с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Получать Order вместе с User, OrderItem и 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Фильтровать родительские записи по связанным данным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some, every и none для связей один-ко-многим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Формировать удобный вложенный JSON для REST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Связи в Prisma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Как PK и FK превращаются в relation fields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include и 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Как получать связанные данные и ограничивать результат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Product ↔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Практический запрос связи многие-к-одному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Order ↔ OrderItem ↔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Получение многоуровневой структуры данных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Фильтрация по связям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some, every, none и применение в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Связи в Prisma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Relation fields описывают связи между моделями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Зачем нужны связанные данные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интернет-магазине данные разделены между несколькими таблицами.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 хранит categoryId, но название категории находится в Category.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Order хранит userId, но данные пользователя находятся в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Позиции заказа находятся в OrderItem, а сведения о товаре — в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REST API часто должен вернуть эти данные одним вложенным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Связанные запросы позволяют получить логически целый объект из нескольких таблиц.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PostgreSQL и Prisma описывают одну связь по-разному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products.category_id — внешний ключ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orders.user_id — внешний ключ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order_items.order_id — внешний ключ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order_items.product_id — внешний ключ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Prisma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Product.category — relation field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Category.products — relation field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Order.user — relation field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Order.items — relation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Category ↔ Product в Prisma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479792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model Category {
  id       Int       @id @default(autoincrement())
  name     String    @unique
  products Product[]
  @@map("categories")
}
model Product {
  id         Int      @id @default(autoincrement())
  name       String
  price      Int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categoryId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Int      @map("category_id")
  category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Category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@relation(fields: [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categoryId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], references: [id])
  @@map("products")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26049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46236" y="143170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sz="18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sz="18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353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categoryId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—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обычное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scalar field,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которое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хранится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таблице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category — relation field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перехода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Product к Category.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products — relation field-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массив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перехода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Category к Product[].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@relation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связывает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categoryId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с Category.id.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Как внешний ключ превращается в relation field Prisma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F6D0DC-3D69-A813-1030-99432C8D7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Scalar field и relation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Scalar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Хранится как столбец таблицы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Примеры: id, name, price, categoryId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Возвращается обычным запросом Prisma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Имеет тип Int, String, Boolean и т.д.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Relation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Описывает связь между моделями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Примеры: category, products, items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является отдельным столбцом таблицы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Загружается явно через include или 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Три связи нашего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Category →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1:N. Одна категория содержит много товаров.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User →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1:N. Один пользователь может иметь много заказов.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Order ↔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M:N реализуется через промежуточную модель OrderItem.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Order и OrderItem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7325229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model Order {
  id        Int         @id @default(autoincrement())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userId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   Int         @map("user_id")
  status    String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createdAt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DateTime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   @default(now()) @map("created_at")
  user  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User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       @relation(fields: [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userId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], references: [id])
  items 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OrderItem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[]
  @@map("orders")
}
model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OrderItem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{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orderId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  Int     @map("order_id")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Int     @map("product_id")
  quantity  Int
  price     Int
  order 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Order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  @relation(fields: [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orderId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], references: [id])
  product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Product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@relation(fields: [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], references: [id])
  @@id([orderId,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])
  @@map("order_items")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9901" y="1289304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31069" y="1490472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6205" y="2002536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Order.items — список позиций заказа.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OrderItem.order — ссылка на родительский заказ.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OrderItem.product — ссылка на товар.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Составной @@id([orderId, productId]) задаёт составной первичный ключ.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include и 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Связи не загружаются автоматически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вернёт обычный findMany()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products = await prisma.product.findMany();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 умолчанию Prisma Client возвращает scalar fields модели.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Relation fields не добавляются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 Product будет categoryId, но объекта category не будет.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 позволяет не загружать ненужные связанные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Связь существует в Prisma Schema, но её данные нужно запросить явно.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Product без include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prisma.product.findUnique({ where: { id: 1 } })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const product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prisma.product.findUnique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
  where: { id: 1 }
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9019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{
  "id": 1,
  "name": "Laptop",
  "price": 420000,
 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categoryId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2,
 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true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81628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4009643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466843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categoryId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присутствует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scalar field,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связанного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объекта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Category в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результате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include: добавить связанную модель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 = await prisma.product.findUnique({
  where: { id: 1 },
  include: {
    category: true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include указывает Prisma Client, какие relation fields нужно добавить к результату.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Теперь результат содержит Product и вложенный объект category.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 include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Product вместе с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include: {
  category: true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5"/>
            <a:ext cx="4023360" cy="2258569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{
  "id": 1,
  "name": "Laptop",
  "price": 420000,
 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categoryId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2,
  "category": {
    "id": 2,
    "name":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Ноутбуки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
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24526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4352541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809741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Relation field category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становится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вложенным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объектом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JSON.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Обычный запрос vs include vs select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8126B1-A709-D295-5552-E8495E005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select: вернуть только нужные поля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 = await prisma.product.findUnique({
  where: { id: 1 },
  select: {
    id: true,
    name: true,
    price: true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select формирует точную структуру результата и позволяет выбрать как scalar fields, так и relation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Вложенный select для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products = await prisma.product.findMany({
  select: {
    id: true,
    name: true,
    price: true,
    category: {
      select: {
        id: true,
        name: true
      }
    }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Верхний select выбирает поля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 открывает связанную модель.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Вложенный select выбирает только id и name категории.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API не получает лишние поля.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include или select?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include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Добавляет связь к обычному набору scalar fields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Удобен для быстрого получения всей связанной модели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Простой синтаксис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Подходит для учебных и внутренних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Явно задаёт структуру результата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Можно выбирать конкретные поля связи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Снижает объём ответа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Удобен для публичного 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Практический принцип для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возвращайте связанные данные только потому, что они доступны.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должен получать данные, необходимые конкретному экрану.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карточки товара достаточно Category.id и Category.name.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административной страницы может потребоваться больше полей.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Структура Prisma-запроса должна соответствовать структуре API-ответа.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Чем точнее select, тем понятнее контракт REST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Product ↔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Первый практический связанный запрос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Список товаров с категориями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getAllProducts() {
  return prisma.product.findMany({
    include: {
      category: true
    },
    orderBy: {
      id: "asc"
   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findMany() получает коллекцию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include.category добавляет Category к каждому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orderBy сортирует товары.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возвращает готовый массив JavaScript-объектов.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JSON списка товаров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GET /api/products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include: {
  category: true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5"/>
            <a:ext cx="4023360" cy="3072385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[
  {
    "id": 1,
    "name": "Laptop",
    "price": 420000,
   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categoryId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2,
    "category": {
      "id": 2,
      "name":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Ноутбуки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
    }
  }
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5014" y="5128308"/>
            <a:ext cx="4023360" cy="1341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7893" y="5256323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 dirty="0" err="1">
                <a:solidFill>
                  <a:srgbClr val="14B8A6"/>
                </a:solidFill>
                <a:latin typeface="Aptos"/>
              </a:rPr>
              <a:t>Пояснение</a:t>
            </a:r>
            <a:endParaRPr sz="1800"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01318" y="5713523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Каждый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элемент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массива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вложенную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Category.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Компактный Product API через select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return prisma.product.findMany({
  select: {
    id: true,
    name: true,
    price: true,
    inStock: true,
    category: {
      select: {
        id: true,
        name: true
      }
    }
  },
  orderBy: { id: "asc"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categoryId можно не возвращать, если frontend получает category.id.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 ответе остаются только поля, необходимые клиенту.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Связанная Category представлена компактным объектом.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Product + Category: от двух таблиц к одному JSON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C774B8-46A0-1D8D-2A05-EFEBCB791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Фильтрация Product по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products = await prisma.product.findMany({
  where: {
    category: {
      is: {
        name: "Ноутбуки"
      }
    }
  },
  include: {
    category: true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where может обращаться к связанным моделям.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 — relation field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is задаёт условие для связи многие-к-одному.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Возвращаются Product, категория которых соответствует условию.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Product и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Измените Product Service так, чтобы GET /api/products возвращал название категории каждого товара.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Сначала реализуйте вариант через include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Проверьте структуру JSON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Затем замените include на вложенный select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Оставьте в Category только id и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ответе присутствует связанная категория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Нет ручного SQL JOIN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Prisma-запрос расположен в Service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JSON подходит для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Order ↔ OrderItem ↔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Многоуровневая вложенная структура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Какие данные нужны странице заказа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Сам заказ: id, status, createdAt.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Покупатель: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Позиции заказа: OrderItem[].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каждой позиции: quantity и зафиксированная price.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каждой позиции: Product.id и Product.name.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Дополнительно API может вычислить общую сумму заказа.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Order вместе с User и OrderItem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order = await prisma.order.findUnique({
  where: { id: 10 },
  include: {
    user: true,
    items: true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 — relation field типа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items — relation field типа OrderItem[].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результате получаем вложенный объект и вложенный массив.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внутри OrderItem пока ещё не загружен.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Вложенный include: OrderItem →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order = await prisma.order.findUnique({
  where: { id: 10 },
  include: {
    user: true,
    items: {
      include: {
        product: true
      }
    }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items содержит настройки запроса связанных OrderItem.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Внутри items можно снова использовать include.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добавляется к каждой позиции заказа.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Один Prisma-запрос описывает всю требуемую структуру.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Точный Order API через вложенный select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const order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prisma.order.findUnique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
  where: { id },
  include: {
    user: {
      select: {
        id: true,
        name: true,
        email: true
      }
    },
    items: {
      include: {
        product: {
          select: {
            id: true,
            name: true
          }
        }
      }
    }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 ограничен тремя полями.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внутри каждой позиции ограничен id и name.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quantity и price берутся из OrderItem.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Полученная структура готова для REST-ответа.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Order → User + OrderItem[] → Product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A052EC-66C8-FBBC-1E3A-30F91FA25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Вложенный JSON заказа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GET /api/orders/10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>
              <a:lnSpc>
                <a:spcPct val="100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findUnique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 include: { user, items: { include: { product } } } 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11480"/>
            <a:ext cx="4023360" cy="4882895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• JSON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{
  "id": 10,
  "status": "new",
  "user": {
    "id": 3,
    "name": "Alex"
  },
  "items": [
    {
     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1,
      "quantity": 2,
      "price": 420000,
      "product": {
        "id": 1,
        "name": "Laptop"
      }
    }
  ]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70648" y="5175504"/>
            <a:ext cx="40233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7" y="530351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576071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REST API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вернуть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нескольких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связанных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таблиц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один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логический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Цена Product и цена OrderItem — не одно и то же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Product.price — текущая цена товара в каталоге.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OrderItem.price — цена, зафиксированная при оформлении заказа.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Product.price может измениться позже.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История заказа должна сохранять исходную стоимость.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Сумму заказа следует рассчитывать по OrderItem.price × quantity.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истории заказа используем OrderItem.price, а не текущий Product.price.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Расчёт общей суммы заказа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const total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order.items.reduce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
  (sum, item) =&gt; sum +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item.price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*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item.quantity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
  0
);
return {
  ...order,
  total
};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 возвращает связанные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может добавить бизнес-логику после 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reduce() суммирует стоимость всех позиций.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total не хранится в таблице, а вычисляется приложением.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Фильтрация по связям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Ищем родительские записи по условиям дочерних моделей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Relation filters для коллекций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связи один-ко-многим Prisma позволяет фильтровать родительские записи по связанным элементам через some, every и none.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some — существует хотя бы одна подходящая связанная запись.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every — все связанные записи соответствуют условию.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none — ни одна связанная запись не соответствует условию.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Заказы, содержащие определённый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orders = await prisma.order.findMany({
  where: {
    items: {
      some: {
        productId: 1
      }
    }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Order.items — связь один-ко-многим.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some проверяет наличие хотя бы одной позиции.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productId: 1 задаёт условие для OrderItem.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Результат содержит только заказы, где встречается Product с id =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some, every, none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Оператор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Смысл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some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Хотя бы одна связанная запись подходит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Заказы, где есть Product 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every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Все связанные записи подходят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Заказы, где все позиции удовлетворяют условию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Ни одна связанная запись не подходит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Заказы без указанного Product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Категории, где есть товары в наличии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const categories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prisma.category.findMany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
  where: {
    products: {
      some: {
    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: true
      }
    }
  },
  include: {
    products: true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Category.products — relation field-массив.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some проверяет наличие хотя бы одного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inStock: true — условие для связанных товаров.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include возвращает связанные Products вместе с Category.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Relation filter some: фильтрация Order по OrderItem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808280-340C-3DDF-7F31-AC252C00D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Связанный запрос остаётся частью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 определяет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 работает с req, res и HTTP-статусами.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формирует Prisma-запрос и бизнес-логику.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Client получает связанные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остаётся физическим хранилищем таблиц и связей.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 не должен знать, используется include, select или relation filter.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Order Service целиком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955548"/>
            <a:ext cx="6784848" cy="55366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getOrderDetails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(id) {
  const order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prisma.order.findUnique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
    where: { id },
    include: {
      user: {
        select: { id: true, name: true, email: true }
      },
      items: {
        include: {
          product: {
            select: { id: true, name: true }
          }
        }
      }
    }
  });
  if (!order) return null;
  const total =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order.items.reduce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
    (sum, item) =&gt; sum +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item.price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*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item.quantity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,
    0
  );
  return { ...order, total };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findUnique() получает Order.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include загружает User и OrderItem[].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Вложенный select ограничивает User и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вычисляет total.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получает уже подготовленный объект.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Практика: страница заказа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Реализуйте GET /api/orders/:id, который возвращает заказ, пользователя, позиции заказа, данные товаров и общую сумму.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Order Service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Получить User через relation field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Получить OrderItem[]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Вложенно получить 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Ограничить поля через select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Вычислить total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Вернуть 404 для отсутствующего заказа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Нет ручного SQL JOIN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Prisma-запрос находится в Service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Ответ содержит вложенные данные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total рассчитан по OrderItem.price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отвечает только за 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путь связанного запроса через Prisma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B1DD1C-8701-8A89-A277-D3074F444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Чем scalar field отличается от relation field?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Почему relation fields не возвращаются обычным findMany() автоматически?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Для чего используется include?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Для чего используется вложенный select?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Как получить Category вместе с Product?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Как получить Product внутри каждого OrderItem?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Что означает relation filter some?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Чем some отличается от none?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Почему сумму заказа лучше рассчитывать по OrderItem.price?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В каком слое приложения должны находиться связанные Prisma-запросы?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Schema описывает отношения между моделями через relation fields.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Scalar fields хранятся в таблицах, relation fields описывают связи.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Связанные модели не добавляются к результату автоматически.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include загружает связанную модель вместе с основной.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select позволяет точно определить возвращаемые поля.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Вложенные include и select позволяют получать многоуровневые структуры.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Order может быть получен вместе с User, OrderItem и Product.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some, every и none фильтруют записи по связанным коллекциям.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Service остаётся местом Prisma-запросов и бизнес-логики.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формирует связанные JavaScript-объекты без ручного SQL JOIN.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Relations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3860</Words>
  <Application>Microsoft Office PowerPoint</Application>
  <PresentationFormat>Широкоэкранный</PresentationFormat>
  <Paragraphs>457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Связанные данные и запросы в Prisma</dc:title>
  <dc:subject>Prisma relations, include, select и relation filters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2026-09-21T15:28:52Z</dcterms:modified>
  <cp:category/>
</cp:coreProperties>
</file>