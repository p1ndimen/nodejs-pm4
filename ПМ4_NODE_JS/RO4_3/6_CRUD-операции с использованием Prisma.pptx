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76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0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CRUD-операции с использованием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Полный Product API без ручных INSERT, SELECT, UPDATE и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Связывать CRUD-операции с методами Prisma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коллекцию через findMany()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одну запись через findUnique()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записи через create()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Изменять записи через update()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Удалять записи через delete()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where, data, select и orderBy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полный CRUD внутри Product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Сохранять HTTP-логику в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CRUD в Prisma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Соответствие REST, CRUD и методов ORM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Создание Product через prisma.product.create()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findMany(), findUnique(), фильтрация и сортировка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Update и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Изменение и удаление одной записи по уникальному условию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Полный Product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Переход REST API на Prisma без изменения маршрутов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CRUD в Prisma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Каждая базовая операция получает собственный метод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CRUD после подключения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по-прежнему хранит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Client предоставляет методы работы с моделями.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 Service больше не обязан писать SQL вручную.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HTTP-методы REST API не меняются.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и Controller сохраняют прежнюю ответственность.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Меняется механизм доступа к данным, а не архитектура REST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REST → CRUD →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HTTP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CRUD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Prisma Client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findMany()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список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findUnique()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один объект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Изменить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Удалить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Пять основных методов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findMany()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Возвращает массив записей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findUnique()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Ищет одну запись по id или другому уникальному полю.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create()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Создаёт новую запись и возвращает её.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update()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Изменяет выбранную запись и возвращает новое состояние.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delete()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Удаляет выбранную запись и возвращает удалённый объект.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REST CRUD → методы Prisma Client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78090A-2F84-4368-C7B8-6195870C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Два ключевых объекта Prisma-запроса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await prisma.product.update({
  where: { id: 15 },
  data: { price: 42000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определяет, какие записи нужно найти или изменить.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data содержит новые данные для create() и update().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задаёт порядок результатов.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ограничивает возвращаемые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include добавляет связанные объекты.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возвращают методы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Типичный результат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findMany()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Массив объектов или []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findUnique()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Объект или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Созданный объект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Обновлённый объект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Удалённый объект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новую строку Product через объект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Метод create()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create() добавляет одну новую запись модели в базу данных и возвращает созданный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data содержит значения новой записи.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id можно не передавать, если он создаётся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Обязательные поля должны иметь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Ограничения PostgreSQL продолжают действовать.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Результат можно сразу отправить клиенту.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Создание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prisma.product.create({
  data: {
    name: "SSD 2TB",
    price: 65000,
    categoryId: 2,
    inStock: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prisma.product выбирает модель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create() означает создание одной записи.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data описывает значения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создаётся PostgreSQL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получает созданный JavaScript-объект.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Create в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addProduct(data) {
  return prisma.product.create({
    data: {
      name: data.name,
      price: data.price,
      categoryId: data.categoryId,
      inStock: data.inStock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получает проверенные данные от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не использует req 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INSERT вручную больше не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возвращает созданную запись.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POST /api/products → prisma.product.create()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497939-0E40-308E-F2C3-B82CF8B1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создания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createProduct(req, res, next) {
  try {
    const product = await addProduct(req.body);
    res.status(201).json(product);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получает HTTP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Validation middleware должен проверить данные заранее.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выполняет операцию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формирует 201 Created.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Ошибки передаются errorHandler.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Создание товара через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JSON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{
  "name": "SSD 2TB",
  "price": 65000,
  "categoryId": 2,
  "inStock":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Результат • JSON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onsolas"/>
              </a:rPr>
              <a:t>{
  "id": 21,
  "name": "SSD 2TB",
  "price": 65000,
  "categoryId": 2,
  "inStock": true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create() создаёт строку PostgreSQL и возвращает объект с автоматически созданным 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остаётся необходимой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не заменяет проверку HTTP-запроса.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name необходимо проверить до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price должен соответствовать правилам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categoryId должен иметь правильный тип.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inStock должен быть Boolean.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Ограничения PostgreSQL остаются последним уровнем защиты целостности.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Получаем коллекции и отдельные записи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findMany(): список товаров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orderBy: {
    id: "asc"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возвращает массив.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записей нет, возвращается пустой массив.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задаёт сортировку.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SELECT и ORDER BY вручную не пишутся.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через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where: {
    price: {
      gte: 10000
    },
    inStock: true
  },
  orderBy: {
    price: "asc"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определяет условия отбора.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gte означает greater than or equal.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Несколько полей работают как совместные условия.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сортирует найденные записи.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findUnique(): один товар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prisma.product.findUnique({
  where: {
    id: 15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используется с уникальным идентификатором.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PRIMARY KEY id является уникальным.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Найденная строка преобразуется в JavaScript-объект.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записи нет, возвращается null.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null превращается в HTTP 404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работает с данными, а не с HTTP.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findUnique() не формирует статус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возвращает объект или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проверяет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объекта нет, Controller передаёт AppError со статусом 404.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GET: findMany() и findUnique()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09327D-37FB-3DCD-99FC-01C8B1C07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Выбираем только нужные поля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select: {
    id: true,
    name: true,
    price: true,
    inStock: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управляет структурой результата.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true означает, что поле нужно вернуть.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Ненужные поля отсутствуют в объекте.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полезно для формирования компактного API-ответа.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findMany() и findUnique()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findMany()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Возвращает массив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Поддерживает фильтрацию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Поддерживает сортировку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вернуть []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для коллекции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findUnique()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Возвращает один объект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Ищет по уникальному условию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PRIMARY KEY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вернуть null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для конкретного ресурса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Update и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Изменяем и удаляем конкретный объект по уникальному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Метод update()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update() изменяет одну запись, выбранную через уникальное условие where, и возвращает обновлённый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where выбирает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data содержит новые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Необязательно изменять все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Метод хорошо соответствует PATCH.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отсутствии требуемой записи Prisma сообщает об ошибке операции.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Изменяем цену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prisma.product.update({
  where: {
    id: 15
  },
  data: {
    price: 42000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выбирает Product с id = 15.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data содержит только изменяемое поле.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Остальные поля сохраняются.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Результат содержит новое состояние объекта.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PATCH и объект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PATCH передаёт только изменяемые свойства.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validation middleware объект req.body содержит разрешённые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может передать эти изменения в 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переданные свойства изменять не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проще прежнего SQL с COALESCE.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Update в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updateProductById(id, changes) {
  return prisma.product.update({
    where: { id },
    data: changes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используется только в where.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changes содержит поля PATCH-запроса.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Validation должна запрещать неизвестные свойства.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формирует UPDATE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PATCH /api/products/:id → prisma.product.update()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1F4C8C-370E-FADA-C077-D524A2F4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делать, если Product не существует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findUnique() возвращает null, если запись не найдена.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update() ожидает существующую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проекта можно сначала выполнить findUnique().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объект отсутствует, Service возвращает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объект найден, выполняется update().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Позже можно централизованно преобразовывать ошибки Prisma в HTTP-ошибки.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Update с проверкой существования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updateProductById(id, changes) {
  const existing = await prisma.product.findUnique({
    where: { id }
  });
  if (!existing) {
    return null;
  }
  return prisma.product.update({
    where: { id },
    data: changes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Первый запрос проверяет наличие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null совместим с уже существующей логикой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Второй запрос изменяет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Такой вариант прост для понимания на этапе изучения CRUD.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updateProduct(req, res, next) {
  try {
    const id = Number(req.params.id);
    const product = await updateProductById(id, req.body);
    if (!product) {
      return next(new AppError("Product not found", 404));
    }
    res.json(product);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остаётся HTTP-слоем.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скрывает детали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null преобразуется в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Успешный результат отправляется как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Метод delete()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delete() удаляет одну запись, выбранную через уникальное where, и возвращает удалённый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 удобно использовать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операции строка исчезает из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Возвращённый объект можно отправить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Связи и FOREIGN KEY могут ограничивать удаление.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обязательная запись не существует, операция завершается ошибкой.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Удаляем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prisma.product.delete({
  where: {
    id: 15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выбирает одну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должен быть уникальным.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выполняет DELETE в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содержит данные удалённого объекта.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 с проверкой существования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deleteProductById(id) {
  const existing = await prisma.product.findUnique({
    where: { id }
  });
  if (!existing) {
    return null;
  }
  return prisma.product.delete({
    where: { id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сначала проверяет существование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отсутствии возвращается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наличии выполняется delete().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может сохранить прежнее поведение 404.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DELETE /api/products/:id → prisma.product.delete()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620F2C-194F-06EF-0694-4A865D0F5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DELETE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deleteProduct(req, res, next) {
  try {
    const id = Number(req.params.id);
    const product = await deleteProductById(id);
    if (!product) {
      return next(new AppError("Product not found", 404));
    }
    res.json(product);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HTTP endpoint остаётся прежним.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вызывает Prisma напрямую.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отвечает за доступ к данным.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Удалённый объект возвращается клиенту.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Полный Product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Все операции с моделью Product сосредоточены в одном слое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Read-операции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getAllProducts() {
  return prisma.product.findMany({
    orderBy: { id: "asc" }
  });
}
export async function findProductById(id) {
  return prisma.product.findUnique({
    where: { id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обслуживает коллекцию.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обслуживает один ресурс.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возвращает обычные JavaScript-данные.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Route и Controller не знают деталей 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Create-операция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addProduct(data) {
  return prisma.product.create({
    data: {
      name: data.name,
      price: data.price,
      categoryId: data.categoryId,
      inStock: data.inStock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create() заменяет INSERT.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 содержит значения нового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 сразу возвращается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SQL и Prisma: окончательное соответствие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Раньше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Теперь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SELECT ... FROM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prisma.product.findMany()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SELECT ... WHERE id = $1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prisma.product.findUnique()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INSERT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prisma.product.create()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prisma.product.update()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prisma.product.delete()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CRUD Product API через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3680CB-01C8-6BD7-6846-B4EB8617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Prisma Studio после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npx prisma@7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POST новая запись появляется в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PATCH видно изменённое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DELETE строка исчезает.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Studio удобно использовать как дополнительный способ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Основной результат лабораторной всё равно проверяется через REST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полный CRUD через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Переведите все операции Product API с ручного SQL на методы Prisma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 → findMany()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/api/products/:id → findUnique()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/api/products → create()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/api/products/:id → update()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DELETE /api/products/:id → delete()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Сохранить существующую validation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Сохранить ответы 404 для отсутствующих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изменения непосредственно в PostgreSQL или Prisma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Service не содержит pool.query()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CRUD-операции выполняются Prisma Client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Routes не изменены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Controllers не содержат Prisma-запросов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возвращает 201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Несуществующий Product возвращает 404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Данные сохраняются в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Какой метод Prisma соответствует Create?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findMany() отличается от findUnique()?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Для чего используется 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используется data?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возвращает findUnique(), если запись отсутствует?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Какой метод соответствует PATCH?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возвращает delete() после успешного удаления?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Prisma не следует вызывать непосредственно из Route?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Зачем сохранять validation middleware при использовании ORM?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Что меняется в REST API при переходе с SQL на Prisma?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Client предоставляет методы CRUD для каждой модели.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findMany() возвращает коллекцию записей.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findUnique() ищет одну запись по уникальному условию.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create() добавляет новую запись.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update() изменяет выбранную запись.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delete() удаляет выбранную запись.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where определяет объект операции, а data содержит новые данные.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Validation и HTTP-обработка остаются за пределами Prisma.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используется внутри Service.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Переход с ручного SQL на ORM не требует изменения публичных REST endpoints.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3257</Words>
  <Application>Microsoft Office PowerPoint</Application>
  <PresentationFormat>Широкоэкранный</PresentationFormat>
  <Paragraphs>486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CRUD-операции с использованием Prisma</dc:title>
  <dc:subject>Реализация Create, Read, Update и Delete через Prisma Client в Express-приложении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2026-09-21T14:48:02Z</dcterms:modified>
  <cp:category/>
</cp:coreProperties>
</file>