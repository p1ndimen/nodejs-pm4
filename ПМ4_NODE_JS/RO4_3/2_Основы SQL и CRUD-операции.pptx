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8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2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4.3. Интегрировать серверные приложения с реляционными базами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Основы SQL и CRUD-операции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Читаем, создаём, изменяем и удаляем данные PostgreSQL из 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назначение SQL в реляционной базе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Связывать CRUD-операции с командами SELECT, INSERT, UPDATE и DELETE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WHERE для выбора нужных строк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Сортировать результаты через ORDER BY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Получать изменённые строки через RETURNING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Выполнять параметризованные SQL-запросы через pool.query()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Реализовывать полный CRUD в Product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Сохранять разделение Route → Controller → Service →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 dirty="0" err="1">
                <a:solidFill>
                  <a:srgbClr val="64748B"/>
                </a:solidFill>
                <a:latin typeface="Aptos"/>
              </a:rPr>
              <a:t>Назначение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SQL и </a:t>
            </a:r>
            <a:r>
              <a:rPr sz="1800" b="0" i="0" dirty="0" err="1">
                <a:solidFill>
                  <a:srgbClr val="64748B"/>
                </a:solidFill>
                <a:latin typeface="Aptos"/>
              </a:rPr>
              <a:t>соответствие</a:t>
            </a:r>
            <a:r>
              <a:rPr sz="1800" b="0" i="0" dirty="0">
                <a:solidFill>
                  <a:srgbClr val="64748B"/>
                </a:solidFill>
                <a:latin typeface="Aptos"/>
              </a:rPr>
              <a:t> Create, Read, Update, Delete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Чтение строк, WHERE, условия и ORDER BY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INSERT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Создание строк и получение результата через RETURNING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UPDATE и 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Изменение и удаление выбранных строк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CRUD в Node.js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Реализация SQL-команд внутри productService.js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SQL и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SQL становится основным способом работы Service с данными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SQL — язык, используемый для работы со структурой и данными реляционных баз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SQL-команда отправляется серверу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выполняет команду над таблицами базы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Результатом может быть набор строк или информация об изменённых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SQL используется независимо от JavaScript и Express.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Node.js передаёт SQL PostgreSQL через драйвер pg.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Какие задачи решает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Создание и изменение структуры таблиц.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Добавление новых строк.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Получение существующих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Изменение значений в строках.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Удаление строк.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Фильтрация, сортировка и объединение данных.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В этой лекции сосредоточимся на командах работы с данными: SELECT, INSERT, UPDATE и DELETE.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CRUD и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CRUD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SQL-команда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Product API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Create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Создать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INSERT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POST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Получить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SELECT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GET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Update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Изменить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UPDATE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PATCH /api/products/:id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Удалить данные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 /api/products/:id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CRUD: от HTTP-метода к SQL-команде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643B9A-17D2-FBD9-C04E-28C0683A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Общая форма SQL-команды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SELECT id, name, price
FROM products
WHERE price &gt; 10000
ORDER BY price DESC;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SELECT определяет, какие данные получить.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FROM указывает таблицу.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WHERE ограничивает набор строк.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 BY задаёт порядок результата.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Точка с запятой завершает SQL-команду.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Имена в SQL и JavaScript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SELECT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
FROM products;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PostgreSQL часто используют snake_case для имён столбцов.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JavaScript часто используется camelCase.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Например, столбец in_stock соответствует свойству inStock.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 alias позволяет изменить имя поля в результате 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Для сохранения регистра camelCase alias можно заключить в двойные кавычки.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Получаем нужные строки и столбцы из таблицы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SELECT читает данные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SELECT получает данные из одной или нескольких таблиц и формирует результирующий набор строк.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SELECT * получает все столбцы.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Лучше явно указывать необходимые столбцы.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FROM определяет источник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SELECT не изменяет строки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Результат запроса в Node.js доступен через result.rows.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SELECT * и явный список столбцов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SELECT 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Получает все столбцы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Удобен для быстрого просмотра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Результат зависит от структуры таблицы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Может передавать лишние данные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Явный список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Получает только нужные поля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Контролирует структуру результата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Можно использовать alias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Предпочтителен для 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Получаем все товары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SELECT
  id,
  name,
  price,
  category,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
FROM products
ORDER BY id;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Запрос возвращает все строки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API получает только нужные столбцы.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in_stock преобразуется в inStock.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ORDER BY id сортирует товары по идентификатору.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WHERE фильтрует строки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WHERE задаёт условие, которому должны соответствовать строки, участвующие в операции.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WHERE используется с SELECT, UPDATE и DELETE.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сравнивать числа, строки и логические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Несколько условий объединяются через AND и 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Без WHERE операция может затронуть все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Условие должно точно выражать, какие данные требуется выбрать.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Операторы условий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Оператор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Смысл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=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Равно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category = 'Accessories'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&lt;&gt;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 равно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category &lt;&gt; 'Monitors'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&gt;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Больше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price &gt; 10000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&lt;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Меньше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price &lt; 50000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&gt;=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Больше или равно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price &gt;= 15000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&lt;=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Меньше или равно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price &lt;= 85000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Оба условия истинны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price &gt; 10000 AND in_stock = true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Хотя бы одно условие истинно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category = 'Monitors' OR category = 'Laptops'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Фильтрация товаров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Получить товары в наличии дороже 10000 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SELECT id, name, price
FROM products
WHERE price &gt; 10000
  AND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true
ORDER BY price ASC;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1 | Keyboard | 15000
4 | SSD 1TB | 45000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WHERE оставляет только подходящие строки, а ORDER BY сортирует результат по цене.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Как SELECT превращает таблицу в нужный результат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780E03-74F8-43D2-77EF-0DF79B2CB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SELECT по id из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const result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pool.query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
  `SELECT
     id,
     name,
     price,
     category,
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
   FROM products
   WHERE id = $1`,
  [id]
);
return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result.rows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[0];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$1 является параметром 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передаётся отдельно в массиве значений.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result.rows[0] содержит найденный товар.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подходящей строки нет, значение будет undefined.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Добавляем новые строки и получаем созданный объект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INSERT создаёт новую строку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INSERT INTO указывает таблицу назначения.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имени таблицы перечисляются заполняемые столбцы.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VALUES содержит значения новой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id можно не передавать, если он создаётся PostgreSQL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Ограничения таблицы проверяются при вставке.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Добавляем товар вручную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INSERT INTO products
  (name, price, category,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
VALUES
  ('SSD 2TB', 65000, 'Components', true);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INSERT создаёт одну новую строку.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отсутствует в списке столбцов.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PostgreSQL создаёт id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Типы и ограничения значений проверяются таблицей.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RETURNING возвращает изменённую строку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INSERT INTO products
  (name, price, category,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
VALUES
  ('SSD 2TB', 65000, 'Components', true)
RETURNING id, name, price, category,
    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INSERT изменяет данные, но приложению часто нужен созданный объект.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RETURNING позволяет получить значения вставленной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Можно вернуть автоматически созданный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Можно вернуть все поля, необходимые REST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Дополнительный SELECT после INSERT не требуется.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POST /api/products → INSERT → RETURNING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F7F1F3-0A2C-78D4-03A6-A65433A5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Create в Product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4632" y="1248303"/>
            <a:ext cx="7507224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addProduct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(data) {
  const result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pool.query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
    `INSERT INTO products
       (name, price, category,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
     VALUES ($1, $2, $3, $4)
     RETURNING
       id,
       name,
       price,
       category,
 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"`,
    [data.name,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data.price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data.category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data.inStock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]
  );
  return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result.rows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[0];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1248303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32648" y="1476756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 dirty="0" err="1">
                <a:solidFill>
                  <a:srgbClr val="2563EB"/>
                </a:solidFill>
                <a:latin typeface="Aptos"/>
              </a:rPr>
              <a:t>Что</a:t>
            </a:r>
            <a:r>
              <a:rPr sz="180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563EB"/>
                </a:solidFill>
                <a:latin typeface="Aptos"/>
              </a:rPr>
              <a:t>важно</a:t>
            </a:r>
            <a:endParaRPr sz="18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32648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товара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передаются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отдельно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$1, $2, $3 и $4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соответствуют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элементам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массива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PostgreSQL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создаёт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новую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строку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RETURNING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возвращает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созданный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товар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отправить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этот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клиенту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статусом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201.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 POST до созданной строки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POST /api/products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{
  "name": "SSD 2TB",
  "price": 65000,
  "category": "Components",
 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": true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5"/>
            <a:ext cx="4023360" cy="1760219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lnSpc>
                <a:spcPct val="100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{
  "id": 4,
  "name": "SSD 2TB",
  "price": 65000,
  "category": "Components",
  "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": true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70648" y="382676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Controller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передаёт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req.body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в Service, Service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выполняет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INSERT ... RETURNING, а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созданная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строка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становится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JSON-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ответом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UPDATE и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Изменяем и удаляем только те строки, которые действительно выбраны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UPDATE изменяет существующие строки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UPDATE указывает изменяемую таблицу.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SET задаёт новые значения столбцов.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WHERE определяет строки для изменения.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RETURNING позволяет получить новое состояние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Без WHERE команда UPDATE может изменить все строки таблицы.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Изменяем цену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UPDATE products
SET price = 42000
WHERE id = 4
RETURNING id, name, price, category,
    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SET изменяет значение price.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WHERE id = 4 выбирает один товар.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RETURNING возвращает строку после изменения.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id отсутствует, RETURNING не вернёт строку.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PATCH требует частичного обновления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Наш REST API использует PATCH /api/products/:id.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может передать только одно или несколько изменяемых полей.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Непереданные поля должны сохранить прежние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учебного проекта можно использовать COALESCE с параметрами.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Validation middleware уже проверяет значения до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Частичное UPDATE через COALESCE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UPDATE products
SET
  name = COALESCE($1, name),
  price = COALESCE($2, price),
  category = COALESCE($3, category),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COALESCE($4,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
WHERE id = $5
RETURNING id, name, price, category,
    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параметр содержит новое значение, столбец изменяется.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параметр равен NULL, сохраняется текущее значение столбца.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$5 содержит id изменяемого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Так один фиксированный SQL-запрос поддерживает частичное обновление.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Update в Product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updateProductById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(id, changes) {
  const result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pool.query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
    `UPDATE products
     SET
       name = COALESCE($1, name),
       price = COALESCE($2, price),
       category = COALESCE($3, category),
   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COALESCE($4,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)
     WHERE id = $5
     RETURNING
       id, name, price, category,
   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"`,
    [
      changes.name ?? null,
  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changes.price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?? null,
  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changes.category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?? null,
    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changes.inStock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?? null,
      id
    ]
  );
  return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result.rows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[0];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получает id и объект changes.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Отсутствующие свойства преобразуются в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SQL-параметры передаются отдельно.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RETURNING возвращает обновлённый товар.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строка не найдена, result.rows[0] будет undefined.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DELETE удаляет строки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DELETE FROM указывает таблицу.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WHERE определяет удаляемые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RETURNING позволяет получить данные удалённой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DELETE строка больше не существует в таблице.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Без WHERE команда DELETE может удалить все строки.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UPDATE и DELETE требуют особенно внимательной проверки 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Удаляем один товар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DELETE FROM products
WHERE id = $1
RETURNING id, name, price, category,
    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$1 содержит id удаляемого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Удаляется только строка, соответствующая WHERE.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RETURNING возвращает удалённый объект.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товар не найден, result.rows будет пустым.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Delete в Product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deleteProductById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(id) {
  const result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pool.query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
    `DELETE FROM products
     WHERE id = $1
     RETURNING
       id,
       name,
       price,
       category,
 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"`,
    [id]
  );
  return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result.rows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[0];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передаёт обычное значение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выполняет параметризованный DELETE.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Удалённая строка возвращается через RETURNING.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undefined позволяет Controller сформировать 404.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Почему WHERE критичен для UPDATE и DELETE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32C10F-AA43-F67B-D687-42F477B6D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CRUD в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Полностью заменяем операции JavaScript-массива SQL-командами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изменился Product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Операция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Раньше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Теперь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Read all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return 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SELECT ... FROM 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Read one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products.find()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SELECT ... WHERE id = $1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Create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products.push()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INSERT ... RETURNING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Update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Object.assign()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UPDATE ... WHERE ... RETURNING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products.splice()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DELETE ... WHERE ... RETURNING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CRUD через Product Service и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F178BA-78BD-AF0A-4A33-D7E5B0D14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Объект результата node-postgres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pool.query() возвращает объект результата.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result.rows содержит строки, возвращённые SQL-командой.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result.rows[0] удобно использовать для одной строки.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result.rowCount показывает количество затронутых или возвращённых строк.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SELECT и команды с RETURNING позволяют работать с rows одинаковым способом.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создания почти не меняется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createProduct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(req, res, next) {
  try {
    const product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addProduct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req.body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(201).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по-прежнему получает данные из req.body.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 находится только в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ожидает асинхронную операцию через await.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Созданный объект возвращается клиенту со статусом 201.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Ошибки PostgreSQL передаются errorHandler.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UPDATE использует результат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updateProduct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(req, res, next) {
  try {
    const id = Number(req.params.id);
    const product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updateProductById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(id,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req.body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);
    if (!product) {
      return next(new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AppError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('Product not found', 404));
    }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не знает, как именно PostgreSQL выполняет UPDATE.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возвращает обновлённую строку или undefined.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Отсутствие строки преобразуется в HTTP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Публичный REST endpoint остаётся прежним.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DELETE также не содержит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deleteProduct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(req, res, next) {
  try {
    const id = Number(req.params.id);
    const product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deleteProductById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(id);
    if (!product) {
      return next(new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AppError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('Product not found', 404));
    }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HTTP-логика остаётся в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 DELETE выполняется в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Удалённая строка возвращается через RETURNING.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формирует JSON-ответ.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Один REST API — четыре SQL-команды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E21384-347F-6911-4517-4800FD96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Полный CRUD-цикл в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POST /api/products вызывает INSERT ... RETURNING и создаёт постоянную строку.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GET /api/products/:id вызывает SELECT ... WHERE id = $1 и читает созданную строку.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PATCH /api/products/:id вызывает UPDATE ... WHERE id = $5 RETURNING и изменяет выбранные поля.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Read after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Повторный SELECT подтверждает новое состояние данных.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DELETE /api/products/:id вызывает DELETE ... WHERE id = $1 RETURNING.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Read after 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Следующий SELECT не находит строку, поэтому API возвращает 404.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Правило параметризованных запросов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Значения пользователя не вставляются в SQL через конкатенацию строк.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SQL используются параметры $1, $2, $3 и далее.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Фактические значения передаются отдельным массивом.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правило применяется к SELECT, INSERT, UPDATE и DELETE.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Имена таблиц и столбцов нельзя подставлять обычными параметрами $1.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SQL-команда и пользовательские значения должны передаваться PostgreSQL раздельно.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переведите CRUD Product API на 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Замените оставшиеся операции массива products[] командами PostgreSQL.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SELECT всех товаров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Реализовать SELECT по 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Реализовать INSERT ... RETURNING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Реализовать PATCH через UPDATE ... RETURNING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Реализовать DELETE ... RETURNING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параметры $1, $2 и далее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POST, GET, PATCH и DELETE через HTTP-клиент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Убедиться, что данные сохраняются после перезапуска Node.js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productService.js больше нет массива products[]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Все CRUD-операции выполняются 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POST возвращает созданную строку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PATCH возвращает обновлённую строку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DELETE возвращает удалённую строку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Несуществующий id приводит к 404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 отсутствует в Routes и Controllers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Какие четыре SQL-команды соответствуют CRUD?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Для чего используется WHERE?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Чем SELECT * отличается от явного списка столбцов?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Для чего используется ORDER BY?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Что делает INSERT?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Зачем PostgreSQL предоставляет RETURNING?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Почему UPDATE и DELETE без WHERE опасны?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Как реализовать частичное обновление товара?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Что находится в result.rows после pool.query()?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пользовательские значения нужно передавать через $1, $2 и массив параметров?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SQL является основным языком работы приложения с PostgreSQL.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CRUD соответствует командам INSERT, SELECT, UPDATE и DELETE.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WHERE определяет строки, над которыми выполняется операция.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ORDER BY управляет порядком результатов SELECT.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RETURNING позволяет получить созданную, изменённую или удалённую строку без дополнительного SELECT.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Пользовательские значения передаются в SQL через параметры $1, $2 и далее.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56032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Product Service полностью заменяет операции массива SQL-командами.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721608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Routes и Controllers не содержат SQL и сохраняют прежние обязанности.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88289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После перехода на PostgreSQL полный REST CRUD работает с постоянными данными.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SQL и CRUD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3666</Words>
  <Application>Microsoft Office PowerPoint</Application>
  <PresentationFormat>Широкоэкранный</PresentationFormat>
  <Paragraphs>506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SQL и CRUD-операции</dc:title>
  <dc:subject>SQL-команды SELECT, INSERT, UPDATE и DELETE и их использование в Node.js-приложении</dc:subject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2026-09-20T16:11:57Z</dcterms:modified>
  <cp:category/>
</cp:coreProperties>
</file>