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8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52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РО 4.5. Тестирование, контейнеризация и развёртывание готового приложения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Aptos"/>
              </a:rPr>
              <a:t>Отладка и логирование Node.js-приложений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Debugger, stack trace, structured logging, request ID и диагностика ошибок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Результаты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Различать debugging и logging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Читать stack trace Node.js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node --inspect и breakpoints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Проверять значения переменных во время выполнения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Выбирать уровни логирования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structured JSON logging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Добавлять request ID к HTTP-запросам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Логировать ошибки без утечки секретов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Диагностировать HTTP и Prisma failures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Организовывать воспроизводимый troubleshooting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Учебные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Как искать ошибку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Симптом, воспроизведение, stack trace и гипотеза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Debugger Node.js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--inspect, breakpoint, step и variables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Логирование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Уровни, structured logs и Pino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Request tracing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Request ID и child logger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Диагностика 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HTTP, Prisma, environment и production-safe logs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1. Как искать ошибку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Отладка начинается не с исправления кода, а с воспроизведения проблемы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Debugging и logging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Debugging — интерактивный поиск причины ошибки во время выполнения.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Logging — запись диагностических событий приложения.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Debugger удобен при локальной разработке.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Logs особенно важны, когда ошибка произошла без разработчика рядом.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Оба инструмента дополняют tests, но не заменяют их.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Debugger и Logs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Debugger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Останавливает выполнение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Показывает variables и call stack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Позволяет выполнять код step-by-step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Лучше для локального поиска причины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Logs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 останавливают приложение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Сохраняют события во времени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Работают в production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Помогают анализировать уже произошедшую ошибку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Базовый troubleshooting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Воспроизвести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Получить тот же failure на известном request/input.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Собрать факты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Status, response, stack trace, logs и environment.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Локализовать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Определить слой: middleware, Controller, Service, Prisma или DB.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Проверить гипотезу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Использовать debugger, дополнительные logs или test.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Исправить и проверить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Повторить scenario и запустить regression tests.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Troubleshooting: symptom → reproduce → evidence → hypothesis → fix → regression test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E28294F-0C85-5ED4-F9C2-73A630363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Stack trace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Stack trace показывает цепочку вызовов функций от места возникновения ошибки до верхнего уровня выполнения.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Первая полезная строка часто указывает место throw/failure.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Далее видны вызывающие функции.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Строки из node_modules обычно являются контекстом, а не обязательно причиной.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Сначала ищите собственные файлы проекта и конкретную строку.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Пример stack trace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TEXT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Error: Product not found
    at getProductById (services/productService.js:18:11)
    at async getProduct (controllers/productController.js:22:21)
    at async Layer.handleRequest (.../express/...)
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Не путайте симптом и причину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500 Internal Server Error — симптом на HTTP-уровне.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Причина может быть в invalid data, Prisma query, environment variable или bug Service.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Сообщение клиента должно быть безопасным и коротким.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Подробности нужны в server logs и debugger.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2. Debugger Node.js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Inspector позволяет остановить программу и исследовать её состояние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Node.js Inspector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Node.js поддерживает V8 Inspector.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--inspect запускает inspector и сразу выполняет приложение.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--inspect-brk останавливается на первой строке.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 умолчанию inspector использует loopback interface и стандартный debug port.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 inspector можно подключить IDE или Chrome DevTools.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Запуск Inspector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node --inspect server.js
node --inspect-brk server.js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Node Inspector: Node.js process ↔ Inspector protocol ↔ IDE/DevTools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E6168AA-3EC7-1DC8-6995-871F11FF1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Breakpoint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Breakpoint — точка, в которой debugger временно останавливает выполнение программы.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Поставьте breakpoint перед подозрительной строкой.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Отправьте HTTP request, который воспроизводит проблему.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Исследуйте req.params, req.body, req.user и local variables.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Продолжайте выполнение step-by-step.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Основные действия debugger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0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Действие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Назначение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Continue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Продолжить до следующего breakpoint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Step over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Выполнить текущую строку без входа в функцию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Step into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Войти внутрь вызываемой функции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Step out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Выйти из текущей функции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Variables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Посмотреть local/global значения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Call stack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Посмотреть цепочку вызовов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Watch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Следить за выражением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Точка для исследования Product request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722317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export async function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getProduct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(req, res, next) {
  try {
    const id = Number(req.params.id);
    debugger;
    const product = await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productService.getById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(id);
  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res.json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(product);
  } catch (error) {
    next(error);
  }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74146" y="1234587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75314" y="1435755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0450" y="1947819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debugger statement создаёт программную breakpoint.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Можно проверить id перед вызовом Service.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После диагностики такие statements обычно удаляют.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Watch expressions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Можно наблюдать выражение без добавления console.log().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Примеры: req.params.id, Number(req.params.id), req.user?.role.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Watch помогает сравнить ожидаемое и фактическое значение.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изменяйте state случайно во время debugging.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Breakpoint workflow: request → pause → variables → call stack → step → root cause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8D53288-B477-C948-0639-7141E8132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3. Логирование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Хороший log отвечает: что произошло, где, когда и в каком контексте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Почему console.log недостаточно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Свободный текст сложно фильтровать и анализировать автоматически.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Нет единой структуры полей.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Легко случайно вывести password/token.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Сложнее связывать события одного HTTP request.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production удобнее structured logging.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Уровни логирования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trace — очень подробная диагностика.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debug — информация для разработки.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info — нормальные важные события.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warn — подозрительная ситуация, приложение продолжает работу.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error — ошибка операции/request.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fatal — критическая ошибка перед завершением процесса.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Log levels: trace → debug → info → warn → error → fatal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3CF44EA-92D4-7066-E7A0-90CCBA6C5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Structured logging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Structured log хранит диагностическое событие как набор полей, обычно в JSON/NDJSON формате.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Поля можно фильтровать и индексировать.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Один формат работает локально и в production.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Удобно добавлять requestId, userId, route, statusCode и duration.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Сообщение остаётся человекочитаемым, а контекст — машинно обрабатываемым.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Установка Pino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BASH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npm install pino
npm install --save-dev pino-pretty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Базовый logger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import pino from "pino";
export const logger = pino({
  level: process.env.LOG_LEVEL ?? "info",
  redact: [
    "password",
    "passwordHash",
    "accessToken",
    "req.headers.authorization"
  ]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level управляет минимальным уровнем log.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redact скрывает чувствительные поля.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В production удобно оставлять JSON output.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Structured log event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logger.info({
  productId: product.id,
  categoryId: product.categoryId
}, "Product loaded");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Плохой и хороший log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Плохо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console.log("loaded " + id)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Непонятная структура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Сложно фильтровать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Легко смешать secrets и user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Лучше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logger.info({ productId: id }, "Product loaded")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Стабильные поля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Уровень события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Удобно искать по productId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4. Request tracing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Request ID связывает события одного HTTP-запроса между слоями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Зачем request ID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Одновременно сервер обрабатывает много requests.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Logs разных requests перемешиваются.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Уникальный requestId позволяет собрать одну цепочку событий.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Один ID можно передавать из middleware в Controller и Service.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 необходимости requestId возвращают клиенту в response header.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Request ID middleware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740909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600" b="0" i="0" dirty="0">
                <a:solidFill>
                  <a:srgbClr val="F8FAFC"/>
                </a:solidFill>
                <a:latin typeface="Consolas"/>
              </a:rPr>
              <a:t>import {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randomUUID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} from "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node:crypto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";
import { logger } from "../config/logger.js";
export function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requestContext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(req, res, next) {
  const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requestId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=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req.get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("X-Request-Id") ??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randomUUID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();
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req.requestId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=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requestId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;
  req.log =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logger.child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({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requestId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});
 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res.set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("X-Request-Id",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requestId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);
  next();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13770" y="1244985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4938" y="1446153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0074" y="1958217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randomUUID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()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создаёт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ID,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если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клиент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его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передал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child logger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автоматически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добавляет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requestId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к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каждой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записи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Один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request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можно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найти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во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всех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слоях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Request ID: HTTP request → middleware → Controller → Service → Prisma → response/logs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031E416-A6E8-4B80-FF72-9C285E9A7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Использование child logger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req.log.info({
  method: req.method,
  path: req.originalUrl
}, "Request started");
req.log.info({
  statusCode: res.statusCode
}, "Request completed");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полезно логировать для HTTP request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requestId.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method и route/path.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statusCode.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duration.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userId — если это действительно нужно и допустимо.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Ключевые domain IDs: productId, orderId.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Error type/code — без чувствительных данных.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нельзя логировать без необходимости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Plaintext passwords.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Password hashes.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JWT access/refresh tokens.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Authorization header целиком.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Session cookies.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Полные payment/card данные.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Secrets из environment variables.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Большие или непроверенные user objects.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5. Диагностика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Ошибки HTTP, Prisma и environment должны оставлять понятные диагностические следы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Error logging middleware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7187184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export function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errorHandler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(error, req, res, next) {
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req.log?.error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({
    err: error,
    method: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req.method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,
    path: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req.originalUrl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
  }, "Request failed");
  const status =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error.status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?? 500;
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res.status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(status).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json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({
    error: status &lt; 500
      ?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error.message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
      : "Internal server error",
  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requestId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: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req.requestId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
  });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91856" y="1255383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93024" y="1456551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968615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Server log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получает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Error object и stack trace.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Клиент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получает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внутренний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stack.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requestId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помогает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связать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response и server logs.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Safe error flow: internal Error + stack → server log; client → status + safe message + requestId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29160BD-00D4-7D6B-5C23-B8875625E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Диагностика Prisma errors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Логируйте тип/код ошибки и безопасный context.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отправляйте внутренний Prisma stack клиенту.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Проверьте DATABASE_URL и доступность PostgreSQL.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Отделяйте business 404/409 от неожиданного 500.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Integration test должен воспроизводить важные failure scenarios.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HTTP symptom → где искать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Симптом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Возможный слой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Что проверить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400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Validation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req.body/params, rules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401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Authentication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Bearer token, JWT secret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403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Authorization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req.user.role, ownership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404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Router/Service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route params, DB record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409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Business/DB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unique constraint, state conflict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621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500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Service/Prisma/Environment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stack trace, logs, DB connection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Environment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Проверьте NODE_ENV.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Проверьте наличие обязательных environment variables.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печатайте secret values целиком.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Логируйте безопасные признаки конфигурации: environment, port, service version.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Ошибочная конфигурация должна обнаруживаться при startup, а не после первого request.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Startup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logger.info({
  nodeEnv: process.env.NODE_ENV,
  port: process.env.PORT ?? 3000,
  databaseConfigured: Boolean(process.env.DATABASE_URL)
}, "Application starting");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Диагностика 500: requestId → error log → stack trace → layer → root cause → regression test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40C2319-E1D0-5CCA-11A0-A0CCAF462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Мини-практика: диагностировать failing Product request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Найти причину ошибки GET /api/products/:id с помощью debugger и structured logs.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Задание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Воспроизвести failure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Прочитать stack trace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Поставить breakpoint в Controller/Service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Проверить id и результат repository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Добавить requestId middleware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Добавить logger.error в error handler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Исправить причину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Запустить integration 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Критерии проверки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Причина объяснена конкретной строкой/условием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Клиент не получает stack trace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Server log содержит requestId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Regression test подтверждает исправление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Checklist production-safe logging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Используются уровни log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Logs имеют стабильную структуру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Есть requestId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Ошибки логируются с Error object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Client получает безопасное сообщение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Passwords/tokens redacted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User input не становится бесконтрольными top-level fields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Development и production logging различаются только presentation/level, а не смыслом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500 можно связать с конкретным request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После исправления добавляется regression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Контрольные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1. Чем debugging отличается от logging?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2. Что показывает stack trace?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3. Чем --inspect-brk отличается от --inspect?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4. Что такое breakpoint?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5. Зачем structured logging?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6. Что означают уровни info/warn/error?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7. Зачем requestId?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8. Почему нельзя логировать Authorization header целиком?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9. Что должен получить клиент при internal 500?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10. Почему после исправления ошибки нужен regression test?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Итоги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Начинайте диагностику с воспроизведения и фактов.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32806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Stack trace помогает локализовать ошибку.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5709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Node Inspector позволяет ставить breakpoints и исследовать runtime state.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18612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Structured JSON logs удобнее свободного console.log.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1515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Log levels отделяют обычные события от ошибок.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Request ID связывает события одного HTTP request.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232806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Child logger переносит context между слоями.</a:t>
            </a:r>
          </a:p>
        </p:txBody>
      </p:sp>
      <p:sp>
        <p:nvSpPr>
          <p:cNvPr id="19" name="Oval 18"/>
          <p:cNvSpPr/>
          <p:nvPr/>
        </p:nvSpPr>
        <p:spPr>
          <a:xfrm>
            <a:off x="6199632" y="325709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Secrets и tokens должны быть redacted.</a:t>
            </a:r>
          </a:p>
        </p:txBody>
      </p:sp>
      <p:sp>
        <p:nvSpPr>
          <p:cNvPr id="21" name="Oval 20"/>
          <p:cNvSpPr/>
          <p:nvPr/>
        </p:nvSpPr>
        <p:spPr>
          <a:xfrm>
            <a:off x="6199632" y="418612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Internal stack нужен серверу, но не клиенту.</a:t>
            </a:r>
          </a:p>
        </p:txBody>
      </p:sp>
      <p:sp>
        <p:nvSpPr>
          <p:cNvPr id="23" name="Oval 22"/>
          <p:cNvSpPr/>
          <p:nvPr/>
        </p:nvSpPr>
        <p:spPr>
          <a:xfrm>
            <a:off x="6199632" y="511515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4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Исправленная ошибка должна получить regression test.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4.5 • Debugging &amp; Logging • Node.js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2782</Words>
  <Application>Microsoft Office PowerPoint</Application>
  <PresentationFormat>Широкоэкранный</PresentationFormat>
  <Paragraphs>429</Paragraphs>
  <Slides>48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53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Отладка и логирование Node.js-приложений</dc:title>
  <dc:subject>Debugger, Inspector, Pino, request ID и диагностика backend</dc:subject>
  <dc:creator/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2026-09-23T10:47:17Z</dcterms:modified>
  <cp:category/>
</cp:coreProperties>
</file>