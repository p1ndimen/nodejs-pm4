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50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9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4.5. Тестирование, контейнеризация и развёртывание готового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Модульное тестирование с использованием Jest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describe(), test(), expect(), matchers, hooks, mocks и изоляция Service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Устанавливать и запускать Jest в ESM-проекте Node.js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Группировать tests через describe()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test() и expect()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Применять основные Jest matchers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Проверять ошибки и async functions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beforeEach() и afterEach()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Создавать mock functions через jest.fn()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Проверять вызовы dependency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Изолировать Service от Prisma через dependency injection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Запускать unit test suite и анализировать failures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Jest в Node.js проекте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Установка, ESM-конфигурация и структура tests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test(), describe() и expect()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Организация test suite и matchers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Setup, teardown и async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beforeEach, afterEach, resolves и rejects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Mock functions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jest.fn(), calls, return values и spies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Unit testing Service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Dependency injection и изоляция Prisma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Jest в Node.js проекте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Jest предоставляет test runner, assertions, mocks и инструменты организации test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Jest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Jest — JavaScript testing framework, объединяющий test runner, assertions, mocking и инструменты отчётности.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Test runner находит и запускает test files.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expect() предоставляет assertions через matchers.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jest.fn() создаёт mock functions.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Hooks помогают готовить окружение перед tests.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backend используем testEnvironment: node.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node:test и Jest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node:test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Встроен в Node.js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требует установки framework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Подходит для базовых tests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Использует node:assert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Jest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Отдельный testing framework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expect() и богатые matchers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Mocks и spies из коробки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Удобная организация крупных test suites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Установка Jest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npm install --save-dev jest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Jest в проекте: source code → test files → Jest runner → report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14BB71D-C8F4-C373-BDD1-A7145292B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ES Modules в нашем проекте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Internet Shop использует "type": "module".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Jest 30.5 всё ещё помечает native ESM support как experimental.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запуска используется Node с --experimental-vm-modules.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ESM test files объект jest удобно импортировать из @jest/globals.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Мы избегаем unstable module mocking там, где dependency injection проще и понятнее.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package.json для Jest + ESM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1299624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JSON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{
  "type": "module",
  "scripts": {
    "test": "node --experimental-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vm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-modules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node_modules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/jest/bin/jest.js",
    "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test:watch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": "node --experimental-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vm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-modules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node_modules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/jest/bin/jest.js --watch"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6096" y="3355258"/>
            <a:ext cx="3611880" cy="323889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54696" y="35204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2" y="40325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Jest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запускается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Node.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--experimental-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vm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-modules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нужен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ESM support Jest.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npm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test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запускает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весь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test suite.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npm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run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test:watch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включает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watch mode.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jest.config.js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default {
  testEnvironment: "node",
  transform: {},
  clearMocks: true
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Структура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использовать каталог tests/.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Файлы удобно называть *.test.js.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Unit tests располагаем рядом по домену или в отдельном tests/unit.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Название файла должно подсказывать, какой модуль проверяется.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лабораторной используем tests/unit/orderMath.test.js и productService.test.js.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test(), describe() и expect()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Jest делает test suite читаемым и выразительным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Первый Jest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7" y="1261872"/>
            <a:ext cx="10692385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import { test, expect } from "@jest/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globals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";
import {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calculateOrderTotal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} from "../../services/orderMath.js";
test("calculates total for several items", () =&gt; {
  const total =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calculateOrderTotal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([
    { price: 10000, quantity: 2 },
    { price: 5000, quantity: 1 }
  ]);
  expect(total).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toBe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(25000);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53528" y="2766209"/>
            <a:ext cx="3611880" cy="336912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54696" y="2967377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sz="1800"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sz="18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99832" y="3452599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test()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объявляет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test case.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expect(actual)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создаёт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assertion context.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toBe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(expected)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проверяет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строгое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равенство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примитивов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describe()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describe() группирует связанные test cases в логический test suite.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Удобно группировать tests одной функции или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Вложенные describe позволяют разделять методы и сценарии.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describe не является самим test case.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Имена describe и test формируют читаемый отчёт.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Группировка через describe()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{ describe, test, expect } from "@jest/globals";
describe("calculateOrderTotal", () =&gt; {
  test("calculates total", () =&gt; {
    expect(calculateOrderTotal([
      { price: 1000, quantity: 2 }
    ])).toBe(2000);
  });
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describe → test cases → expect → matcher → PASS/FAIL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527D116-9E2A-441C-E0F2-069B4D276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Базовые Jest matchers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Matcher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Назначение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toBe()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Строгое равенство примитивов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expect(total).toBe(25000)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toEqual()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Сравнение объектов/массивов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expect(product).toEqual({...})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toBeTruthy()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Truthy value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expect(result).toBeTruthy()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toBeNull()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Значение null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expect(product).toBeNull()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toContain()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Содержит элемент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expect(roles).toContain("admin")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toHaveLength()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Длина массива/строки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expect(items).toHaveLength(2)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toBe() и toEqual()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toBe()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Использует Object.is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Подходит для number/string/boolean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ту же ссылку для объектов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Пример: total === 25000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toEqual()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Рекурсивно сравнивает содержимое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Подходит для объектов и массивов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требует одной ссылки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Пример: Product DTO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Проверка объекта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expect(product).toEqual({
  id: 15,
  name: "Notebook",
  price: 420000,
  inStock: true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toEqual() сравнивает значения полей объекта.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Удобно проверять DTO и результаты Service.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Проверка ошибок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toThrow() используется для sync functions.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async rejection используется rejects.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Negative test должен падать, если ожидаемая ошибка не произошла.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Проверять можно тип ошибки или часть message.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toThrow()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expect(() =&gt;
  calculateOrderTotal([
    { price: 10000, quantity: 0 }
  ])
).toThrow(/quantity/);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Jest assertions: value → expect() → matcher → pass/fail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0087E2-1E0C-2408-F96C-434D41001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Setup, teardown и async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Tests должны начинаться с предсказуемого состояния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beforeEach() и afterEach()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beforeEach выполняется перед каждым test в scope.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afterEach выполняется после каждого test.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Подходит для сброса mock state и test data.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Каждый test получает одинаковую стартовую точку.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Setup не должен скрывать важные данные конкретного scenario.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beforeEach()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let productRepository;
beforeEach(() =&gt; {
  productRepository = {
    findById: jest.fn(),
    create: jest.fn()
  };
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beforeAll() и afterAll()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beforeAll выполняется один раз перед tests текущего scope.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afterAll выполняется один раз после них.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Полезно для дорогого общего resource.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unit mocks чаще безопаснее beforeEach.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integration tests hooks могут поднимать и очищать test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Async test через async/await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test("returns product", async () =&gt; {
  const product = await service.getById(15);
  expect(product.id).toBe(15);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Jest ждёт Promise, возвращаемый async test.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Assertion выполняется после await.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Async error делает test failed.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resolves и rejects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await expect(service.getById(15))
  .resolves.toEqual(product);
await expect(service.getById(999))
  .rejects.toThrow("Product not found");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Async Jest test: Promise → resolves или rejects → matcher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1BF8A2-8696-9D0F-A88F-E0B23FD5B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Mock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Mock заменяет dependency управляемой функцией для unit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jest.fn()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jest.fn() создаёт mock function, которая запоминает вызовы и может возвращать заданные test values.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задать return value.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задать resolved/rejected Promise.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Mock записывает arguments каждого вызова.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проверять число вызовов.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удобно для repository, mail service и внешнего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Mock return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findById = jest.fn();
findById.mockResolvedValue({
  id: 15,
  name: "Notebook"
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Основные mock helpers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API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Назначение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jest.fn()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Создать mock function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mockReturnValue()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Вернуть sync value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mockResolvedValue()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Вернуть resolved Promise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mockRejectedValue()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Вернуть rejected Promise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toHaveBeenCalled()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Проверить факт вызова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toHaveBeenCalledWith()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Проверить arguments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toHaveBeenCalledTimes()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Проверить число вызовов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Проверка взаимодействия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expect(productRepository.findById)
  .toHaveBeenCalledWith(15);
expect(productRepository.findById)
  .toHaveBeenCalledTimes(1);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Проверяем не только результат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Проверяем, как Service взаимодействовал с dependency.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Это полезно для orchestration logic.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Spy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Spy позволяет наблюдать за вызовами существующего метода и при необходимости временно изменить его реализацию.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Jest используется jest.spyOn(object, methodName).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Spy полезен, когда объект уже существует.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test original behavior нужно восстановить.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нового fake dependency часто проще использовать jest.fn().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jest.spyOn()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spy = jest.spyOn(logger, "info")
  .mockImplementation(() =&gt; {});
// ... test ...
expect(spy).toHaveBeenCalled();
spy.mockRestore();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Real dependency vs jest.fn mock: Service видит тот же contract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47ED68-5741-234F-5621-EF8CFACDF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Unit testing Service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Service тестируем отдельно от Prisma и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Проблема прямого импорта Prisma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Service напрямую импортирует singleton PrismaClient, unit test сложнее изолировать.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Запуск реальной DB превращает проверку в integration test.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ESM module mocking в Jest остаётся experimental.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учебного unit testing удобнее явно передать repository dependency.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делает архитектуру тестируемой без реальной БД.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Product Service через dependency injection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04088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createProductService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productRepository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) {
  return {
    async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getById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(id) {
      const product = await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productRepository.findById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(id);
      if (!product) {
        throw new Error("Product not found");
      }
      return product;
    }
  };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зависит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contract repository, а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конкретного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PrismaClient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Production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передаст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Prisma repository.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Unit test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передаст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mock repository.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Unit test Product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test("returns product by id", async () =&gt; {
  const repository = {
    findById: jest.fn().mockResolvedValue({
      id: 15,
      name: "Notebook"
    })
  };
  const service = createProductService(repository);
  const product = await service.getById(15);
  expect(product).toEqual({
    id: 15,
    name: "Notebook"
  });
  expect(repository.findById)
    .toHaveBeenCalledWith(15);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PostgreSQL не запускается.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Mock задаёт контролируемый результат repository.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Проверяется output и interaction.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Negative Service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test("throws when product does not exist", async () =&gt; {
  const repository = {
    findById: jest.fn().mockResolvedValue(null)
  };
  const service = createProductService(repository);
  await expect(service.getById(999))
    .rejects.toThrow("Product not found");
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Unit Service test: Jest → mock repository → Service; Prisma/PostgreSQL не запускаются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F4D039A-DEB1-DD2A-36A5-E6473FBD1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именно проверяет такой unit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передаёт правильный id в repository.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возвращает найденный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формирует ожидаемую ошибку при null.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Поведение не зависит от состояния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Test остаётся быстрым и deterministic.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Checklist Jest unit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Проверяет одно конкретное поведение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Имеет понятное имя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Использует describe/test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Использует expect + подходящий matcher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Dependency заменена mock там, где нужна изоляция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Mock state сбрасывается между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Async Promise ожидается через await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Есть positive и negative scenarios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используется production 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Test запускается через npm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Для чего используется describe()?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Что делает expect()?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Чем toBe() отличается от toEqual()?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Для чего нужен beforeEach()?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Как проверить rejected Promise?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Что создаёт jest.fn()?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Что проверяет toHaveBeenCalledWith()?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Чем mock отличается от реальной dependency?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Почему unit test Service не должен запускать PostgreSQL?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Как dependency injection упрощает тестирование Service?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Jest объединяет test runner, assertions и mocking.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В ESM-проекте Jest запускаем через Node с --experimental-vm-modules.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describe() группирует связанные tests.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expect() и matchers описывают expected behavior.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beforeEach/afterEach помогают поддерживать isolation.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Async functions тестируются через async/await, resolves и rejects.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jest.fn() создаёт управляемую mock function.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Mocks позволяют проверять calls и arguments.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Dependency injection позволяет тестировать Service без Prisma/PostgreSQL.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Unit tests остаются быстрыми, изолированными и deterministic.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Следующая лекция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Интеграционное тестирование REST API с Supertest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Express app без app.listen()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Supertest request agent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GET/POST/PATCH/DELETE tests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HTTP status и JSON assertions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Auth headers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Test database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Setup/cleanup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Jest • 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2794</Words>
  <Application>Microsoft Office PowerPoint</Application>
  <PresentationFormat>Широкоэкранный</PresentationFormat>
  <Paragraphs>418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Модульное тестирование с использованием Jest</dc:title>
  <dc:subject>Jest, matchers, hooks, mocks и unit testing Service layer</dc:subject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2026-09-23T10:08:27Z</dcterms:modified>
  <cp:category/>
</cp:coreProperties>
</file>