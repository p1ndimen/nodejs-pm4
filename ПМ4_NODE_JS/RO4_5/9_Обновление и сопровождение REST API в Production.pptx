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7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РО 4.5 • Лекция 9 • 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12B"/>
                </a:solidFill>
                <a:latin typeface="Aptos"/>
              </a:rPr>
              <a:t>Обновление и сопровождение REST API в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Release workflow, migrations, restart/redeploy, health checks, smoke tests, logs и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Цели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Понять жизненный цикл production-версии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Разобрать безопасный порядок обновления Node.js REST API на Linux-сервере.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Научиться проверять новую версию через health checks и smoke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Разобрать обновление на PaaS Render и различия с VPS/Linux.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Понять роль database backup перед изменением схемы.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Разобрать rollback приложения и ограничения rollback базы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Сформировать production checklist сопровождения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Связь с предыдущими лекциями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Лекция 5 подготовила приложение к production: config, health checks, graceful shutdown.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Лекция 6 добавила CI: автоматический запуск Jest/Supertest.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Лекция 7 показала deployment на Render.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Лекция 8 показала manual deployment на Linux через systemd и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Лекция 9 отвечает на вопрос: что делать после того, как API уже опубликован.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1. Жизненный цикл production-версии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От изменения кода до подтверждённого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Production release lifecycle: code change → tests → deploy → health → smoke tests → logs → release complete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BEF5FC-C0C0-D9A9-E125-298C967A1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такое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Release — опубликованная версия приложения, которая прошла проверку и стала доступна пользователям или внешним клиентам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Release связан с конкретным commit или tag.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Release должен быть воспроизводимым.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release нужно проверить реальную работоспособность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новая версия сломала production, нужен понятный rollback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Deployment и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Техническое размещение новой версии.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Получить 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Установить dependencies.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Применить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Перезапустить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Подтверждение, что версия реально работает.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Health checks проходят.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Smoke tests проходят.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Logs не показывают новых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Команда фиксирует успешный выпуск.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Минимальный production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изменения, tests и readiness к deployment.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Сделать backup, если deployment затрагивает database.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Получить новую версию и подготовить dependencies.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Migrate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Применить database migrations.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Перезапустить Node.js service или дождаться redeploy платформы.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health, smoke tests и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может пойти не так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Новая версия не запускается из-за отсутствующей environment variable.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npm ci падает из-за несоответствия package.json и package-lock.json.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Migration не применяется или несовместима с текущими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API запускается, но protected endpoints возвращают неожиданные 401/403/500.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Frontend или внешний клиент получает CORS 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Logs показывают рост ошибок после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Контрольные точки release: CI status → backup → migrate → restart → health → smoke → monitor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BCA0E8-E027-4DFA-CB55-47450B225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2. Подготовка к обновлению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Что проверить до изменения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Pre-deploy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Изменения закоммичены и находятся в Git.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Известен commit или tag, который будет развёрнут.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CI завершился success.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npm test проходит локально или в 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Есть список изменённых environment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Известно, есть ли database migration.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Есть план rollback.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Есть доступ к logs production-сервиса.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нельзя обновлять production наугад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Без commit/tag сложно понять, какая версия сейчас работает.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Без CI можно развернуть код с падающими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Без backup опасно менять database schema.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Без smoke tests можно не заметить сломанную авторизацию или ключевой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Без logs невозможно быстро понять причину ошибки.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Git перед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git status
git log --oneline -5
git rev-parse --short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Release marker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Release marker — конкретный идентификатор версии, который помогает понять, что именно запущено в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Commit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Git tag.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Версия в package.json.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Отдельный /version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Запись в release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Простой /version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app.get('/version', (req, res) =&gt; {
  res.json({
    name: 'internet-shop-api',
    version: process.env.APP_VERSION ?? 'dev'
 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Endpoint помогает понять, какая версия приложения отвечает.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APP_VERSION можно задавать в systemd EnvironmentFile или Render Environment.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возвращайте secrets, DATABASE_URL или подробности инфраструктуры.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3. Обновление REST API на Linux-сервере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Git pull, npm ci, Prisma, systemd и Nginx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Linux update flow: git pull → npm ci → prisma generate → migrate deploy → systemctl restart → health check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BF58CC-AF39-D07D-7619-C34B85727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Исходное состояние перед обновлением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Приложение уже развёрнуто в /var/www/internet-shop.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systemd service называется internet-shop.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Environment variables находятся в /etc/internet-shop.env.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PostgreSQL работает локально.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Nginx проксирует запросы в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Health endpoints уже настроены.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Подключение к серверу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ssh ubuntu@SERVER_IP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текущего состояния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systemctl status internet-shop --no-pager
curl http://127.0.0.1:3000/health/ready
curl http://SERVER_IP/health/ready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Получение новой версии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-iu shop
cd /var/www/internet-shop
git fetch origin
git log --oneline --decorate -5
git pull --ff-only origin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Работаем от пользователя приложения 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git fetch получает информацию о новых commits.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git pull --ff-only обновляет ветку без создания merge commit на сервере.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Если fast-forward невозможен, deployment останавливаем и разбираемся в Git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Обновление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npm ci синхронизирует node_modules с package-lock.json.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используем npm install для случайного обновления lockfile на production-сервере.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Если npm ci падает, приложение не перезапускаем новой версией.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Prisma generate и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set -a
source /etc/internet-shop.env
set +a
npx prisma generate
npx prisma migrate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порядок важен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Сначала получаем новую версию кода.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Затем устанавливаем dependencies.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Затем генерируем Prisma Client под актуальную schema.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Затем применяем migrations к базе.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Только после успешных steps перезапускаем application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Перезапуск Node.js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exit
sudo systemctl restart internet-shop
sudo systemctl status internet-shop --no-pager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logs после restart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journalctl -u internet-shop -n 100 --no-pager
sudo journalctl -u internet-shop -f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Health checks после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curl http://127.0.0.1:3000/health/live
curl http://127.0.0.1:3000/health/ready
curl http://SERVER_IP/health/ready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Порядок безопасного Linux update: подготовить → применить → перезапустить → проверить → наблюдать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65B99A-1520-4F05-BB1F-8EE456AF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4. Database migrations и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Как не потерять данные при изменении схемы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database update рискованнее обычного кода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Код можно быстро вернуть на предыдущий commit.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Изменённую database schema не всегда можно мгновенно откатить.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Некоторые migrations меняют или удаляют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Rollback приложения может не работать со схемой, которая уже изменилась.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Перед важными migrations нужен backup.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Backup PostgreSQL через pg_dump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744200" cy="5166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-u postgres pg_dump shop_db &gt; /tmp/shop_db_$(date +%Y%m%d_%H%M%S).sql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2628458"/>
            <a:ext cx="3611880" cy="368090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53528" y="2829626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8664" y="3341690"/>
            <a:ext cx="3319272" cy="267791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pg_dump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создаёт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SQL backup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базы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данных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Файл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backup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нужно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хранить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безопасно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и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не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публиковать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Для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production backup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должен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быть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регулярным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и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проверяемым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Перед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лабораторной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migration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достаточно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учебного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ручного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backup.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backup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ls -lh /tmp/shop_db_*.sql
head -n 5 /tmp/shop_db_YYYYMMDD_HHMMSS.sql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Правила безопасных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удалять column сразу, если старая версия кода ещё может её использовать.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Сначала добавить новое поле, затем обновить код, затем удалить старое поле отдельным release.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Проверять migration на test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использовать destructively commands без понимания последствий.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Понимать, совместима ли migration с rollback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Безопасный и опасный подход к изменению схемы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Безопаснее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Добавить nullable field.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Заполнить данные отдельным шагом.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Обновить 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Проверить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Удалить старое поле позже.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Опаснее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Удалить column сразу.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Переименовать поле без переходного периода.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Менять тип данных без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Запустить migration без backup.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иметь rollback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Prisma migrate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Команда применяет уже созданные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Она не создаёт новые migration files.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Она предназначена для staging/production deployment workflows.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migration failed, нужно остановить release и анализировать причину.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migration важно проверить endpoints, которые используют изменённую схему.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Database-safe release: backup → migrate deploy → application restart → DB-related smoke tests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5D1F3A-4353-68F2-E0F1-280CAF65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5. Health checks и smoke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Как быстро доказать, что новая версия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Health check и smoke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Health check показывает базовую готовность сервиса, а smoke test проверяет ключевые пользовательские сценарии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Health check обычно короткий и автоматизированный.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Smoke tests выполняются после deployment.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Они не заменяют весь test suite.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Их цель — быстро обнаружить критическую поломку в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Минимальный набор проверок Internet Shop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Проверка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Endpoint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Ожидаемый результат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Liveness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GET /health/live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Readiness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GET /health/ready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200 OK и database доступна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Public catalog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GET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POST /api/auth/login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200 OK и 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Protected endpoint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GET /api/orders или admin endpoint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401/403/200 по ожидаемому сценарию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GET /version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Новая версия или commit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Smoke test через curl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API=http://SERVER_IP
curl -i $API/health/live
curl -i $API/health/ready
curl -i $API/api/products
curl -i $API/version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Smoke test login — схема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curl -i -X POST $API/api/auth/login \
  -H 'Content-Type: application/json' \
  -d '{"email":"admin@example.com","password":"***"}'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Smoke test не должен портить production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GET-запросы безопаснее для базовой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нужен POST/PATCH/DELETE, используйте тестовый объект и удаляйте его после проверки.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используйте реальные пароли и токены в отчёте.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создавайте мусорные production records без cleanup.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Для регулярных проверок лучше иметь отдельные test accounts.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Post-deploy verification: health endpoints → public GET → auth → protected API → logs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1CECED-B150-DE17-E925-4307D337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6. Logs и наблюдение после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Первые минуты после обновления особенно важны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смотреть после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Запустился ли service без crash loop.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Нет ли новых 500 errors.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появились ли Prisma connection errors.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выросли ли 401/403 там, где ожидается 200.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падают ли requests на новых routes.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Проходит ли /health/ready стабильно.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journalctl: последние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journalctl -u internet-shop -n 200 --no-pager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journalctl: live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journalctl -u internet-shop -f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Nginx access/error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tail -f /var/log/nginx/access.log
sudo tail -f /var/log/nginx/error.log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Поиск причины по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Признак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Возможная причина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Где смотреть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Service exits immediately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Startup validation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journalctl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502 Bad Gateway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Node.js service не отвечает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systemctl, journalctl, nginx error.log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500 after migration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Код не совместим со схемой/данными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application logs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Prisma connection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DATABASE_URL или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journalctl, PostgreSQL status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CORS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CORS_ORIGIN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browser console, app config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401 after 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JWT_SECRET или auth logic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application logs, request tests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Request ID после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Request ID помогает связать client error и server log.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пользователь сообщает requestId, можно найти конкретный запрос.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Логи должны показывать method, path, status, requestId и error summary.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записывайте в logs passwords, tokens и полные secrets.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Наблюдение после release: systemd logs → app logs → Nginx logs → requestId → root cause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5F56FC-3192-55C4-82BD-09DCC7533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7. Rollback: возврат предыдущей версии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Что можно откатить быстро, а что требует осторожности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такое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Rollback — управляемый возврат к предыдущей рабочей версии приложения или конфигурации после неудачного release.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Rollback приложения обычно проще, чем rollback database schema.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Нужно знать предыдущий рабочий commit.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Rollback должен завершаться health checks и smoke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rollback нужно зафиксировать причину incident.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Rollback кода и rollback базы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Код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git checkout предыдущего commit/tag.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npm ci.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prisma generate.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systemctl restart.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Проверка health/smoke.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Может содержать необратимые изменения.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Down migration не всегда безопасна.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Backup restore может потерять новые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Нужен отдельный план для schema/data.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Rollback приложения на предыдущий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-iu shop
cd /var/www/internet-shop
git log --oneline -10
git checkout &lt;PREVIOUS_GOOD_COMMIT&gt;
npm ci
npx prisma generate
exit
sudo systemctl restart internet-shop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после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systemctl status internet-shop --no-pager
curl http://127.0.0.1:3000/health/ready
curl http://SERVER_IP/api/products
sudo journalctl -u internet-shop -n 100 --no-pager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Когда rollback приложения может не помочь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Новая migration уже удалила column, нужную старому коду.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Новая версия изменила формат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Новая версия изменила JWT_SECRET или auth policy.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Новая версия создала несовместимые records.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этом случае rollback требует отдельной работы с database и данными.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Rollback decision: app-only issue → rollback code; schema/data issue → stop, assess backup and migration impact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108C6A-6A27-B28A-8A4D-F72FEF72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8. Обновление на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PaaS берёт часть операций на себя, но проверки всё равно нужны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меняется на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Код приходит из GitHub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Render выполняет build command.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Environment variables задаются в dashboard.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Deploy logs доступны через Render UI.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Service restart выполняется платформой.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Health check и public URL доступны сразу после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Render update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Отправить commit в deployment branch.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Дождаться GitHub Actions PASS, если настроена проверка.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Render запускает build/start workflow.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В учебном варианте start command выполняет db:deploy.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Health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Render проверяет /health/ready.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API вручную и открыть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Render update: git push → CI PASS → auto deploy → health check → smoke tests → logs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FCEF7A-7C25-E2C4-3298-C2B2AD3A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Rollback на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интерфейсе Render можно использовать deploy history.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Можно redeploy-ить предыдущий successful deploy.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изменялась database schema, применяются те же ограничения, что и на VPS.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rollback всё равно выполняются health checks и smoke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Нужно проверить, что environment variables соответствуют версии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Linux update vs Render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Linux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Команды выполняет администратор.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systemd restart вручную.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Nginx и firewall под контролем администратора.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Logs через journalctl и /var/log/nginx.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Больше контроля и ответственности.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Build/deploy запускает платформа.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Restart выполняет платформа.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Public URL и HTTPS даёт платформа.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Logs через dashboard.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Меньше системного администрирования.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9. Регулярное сопровождение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Не только deploy: backups, updates, secrets,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Еженедельный/регулярный production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 health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Просмотреть application error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 свободное место на диске.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 status systemd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Проверить, выполняются ли backups.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 доступность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 security updates ОС.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Проверить, не истекает ли TLS certificate.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Проверить dependencies на known vulnerabilities.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Актуализировать release notes.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Backups должны быть проверяемыми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Backup без проверки восстановления может оказаться бесполезным.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Нужно знать, где хранится backup.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Нужно знать, кто имеет к нему доступ.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Нужно периодически выполнять test restore в отдельной среде.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отчёт не помещают реальные production dumps.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Security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Операционная система должна получать security updates.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Node.js LTS нужно обновлять в пределах поддерживаемой ветки после тестирования.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npm dependencies нужно обновлять осознанно и через CI.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Secrets нужно менять при подозрении на утечку.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Неиспользуемые accounts и keys нужно удалять.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Минимальный incident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Когда началась проблема.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Какой release был активен.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Какие endpoints пострадали.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Какие logs и requestId подтверждают проблему.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Что было сделано для исправления.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Был ли rollback.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Как предотвратить повторение.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Production support loop: monitor → detect → diagnose → fix/rollback → verify → document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86B957-1CB7-006D-6215-84B9D28C0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Практическая задача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Выполнить учебное обновление Internet Shop REST API в production-подобной среде и подтвердить его работоспособность.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Добавить небольшой version marker или безопасное изменение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Зафиксировать commit.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Проверить CI или локальные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Сделать backup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Обновить Linux deployment или Render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Выполнить migrations, если они есть.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Перезапустить/redeploy сервис.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Проверить health endpoints и smoke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Просмотреть logs.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Смоделировать rollback на предыдущий commit или deploy.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Новая версия доступна по public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Health checks проходят.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Smoke tests проходят.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Logs не показывают новых критических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Есть backup перед изменением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Показан понятный rollback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понимания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Чем release отличается от deployment?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Почему перед database migration нужен backup?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Почему rollback кода проще rollback database schema?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Какие команды нужны для обновления Linux deployment?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Что проверяет smoke test?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Где искать ошибки после systemctl restart?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Какой минимальный набор production logs нужен для диагностики?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Чем update на Render отличается от update на VPS?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Почему нельзя хранить production secrets в repository?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Итоги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Production release — это не только запуск новой версии, но и подтверждение её работоспособности.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Перед обновлением нужны CI status, понимание changes, backup и rollback plan.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Linux update обычно включает git pull, npm ci, prisma generate, migrate deploy и systemctl restart.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Database migrations требуют особой осторожности и backup.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После deployment выполняются health checks, smoke tests и анализ logs.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Rollback приложения возможен через предыдущий commit/tag, но database rollback сложнее.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На Render часть инфраструктурных операций выполняет платформа, но проверки и logs остаются обязательными.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Production сопровождение включает backups, updates, secrets, monitoring и incident reports.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РО 4.5 завершает полный backend-cycle: тестировать → диагностировать → подготовить → развернуть → сопровождать.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Production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4080</Words>
  <Application>Microsoft Office PowerPoint</Application>
  <PresentationFormat>Широкоэкранный</PresentationFormat>
  <Paragraphs>603</Paragraphs>
  <Slides>74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74</vt:i4>
      </vt:variant>
    </vt:vector>
  </HeadingPairs>
  <TitlesOfParts>
    <vt:vector size="79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Обновление и сопровождение REST API в Production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2026-09-23T14:46:06Z</dcterms:modified>
  <cp:category/>
</cp:coreProperties>
</file>