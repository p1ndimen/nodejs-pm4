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65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РО 4.5 • Лекция 8 • 2 часа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12B"/>
                </a:solidFill>
                <a:latin typeface="Aptos"/>
              </a:rPr>
              <a:t>Развёртывание Node.js REST API на Linux-сервере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Ubuntu Server → Node.js → PostgreSQL → Prisma → systemd → Nginx → HTTPS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Цели лекции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Понять архитектуру ручного deployment Node.js REST API на VPS/Linux.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Подготовить Ubuntu Server к размещению backend-приложения.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Установить Node.js 22 и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Развернуть Internet Shop API и применить Prisma migrations.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Запустить приложение как systemd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Настроить Nginx как reverse proxy.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Ограничить сетевой доступ через UFW.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При наличии домена включить HTTPS.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Научиться диагностировать deployment через systemctl, journalctl и Nginx logs.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Render и собственный Linux-сервер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Render / PaaS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Платформа скрывает ОС.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Build/start задаются в Dashboard.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HTTPS и URL выдаются автоматически.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Logs доступны через интерфейс.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Меньше системного администрирования.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Linux VPS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Мы администрируем ОС.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Сами устанавливаем Node.js и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Сами настраиваем systemd и Nginx.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Сами открываем firewall ports.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Сами отвечаем за HTTPS и обновления.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1. Архитектура Node.js REST API на Linux-сервере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Какие компоненты участвуют в обработке HTTP-запроса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Production-архитектура: Client → Nginx → Express → Prisma → PostgreSQL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68284D-1988-3016-3BEF-A60692472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Роли компонентов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Ubuntu Server — операционная система сервера.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Nginx — принимает внешние HTTP/HTTPS-запросы.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Node.js / Express — выполняет REST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systemd — запускает и контролирует Node.js process.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Prisma — работает с данными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PostgreSQL — хранит данные Internet Shop.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UFW — ограничивает доступ к сетевым портам.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Какие порты нужны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Компонент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Порт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Доступ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22/tcp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Из интернета для администрирования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Nginx HTTP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80/tcp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Из интернета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Nginx HTTPS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443/tcp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Из интернета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Express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3000/tcp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Только localhost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PostgreSQL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5432/tcp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Только localhost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Почему Express не публикуем напрямую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Node.js process не обязан напрямую принимать внешний интернет-трафик.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Nginx принимает HTTP/HTTPS-запросы и передаёт их во внутренний Express process.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Port 3000 остаётся доступным только локально на сервере.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Так проще настроить domain, HTTPS, proxy headers и единый входной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Внешний клиент работает с 80/443, а не с внутренним портом приложения.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Внешние и внутренние порты: Internet :443 → Nginx → localhost:3000 → Express → localhost:5432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16789C2-559B-C836-A1C6-6AF484221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Целевая файловая структура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TEXT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/var/www/internet-shop/
├─ server.js
├─ app.js
├─ package.json
├─ package-lock.json
├─ prisma/
├─ src/
└─ generated/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Исходный код находится в отдельном каталоге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Secrets не хранятся внутри Git repository.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Node.js process работает не от root.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2. Подготовка Ubuntu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SSH, updates, отдельный пользователь и базовая безопасность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Учебная серверная среда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Ubuntu Server 26.04 LTS.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Публичный IPv4-адрес VPS или виртуальной машины.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SSH-доступ с sudo privileges.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Доступ в интернет для установки packages.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Git repository с Internet Shop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Почему используем LTS и Node.js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LTS-релизы операционной системы и Node.js рассчитаны на длительную поддержку.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В учебном проекте используется Node.js 22, поэтому production-сервер должен использовать совместимую major-version.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Одинаковая major-version снижает риск различий между локальной разработкой, CI и сервером.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Если проект позже переводится на новую LTS-версию Node.js, это нужно делать осознанно и после тестирования.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Главное правило: production-среда должна быть предсказуемой и поддерживаемой.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Первое подключение по SSH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ssh ubuntu@SERVER_IP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Обновление packages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apt update
sudo apt upgrade -y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apt update обновляет metadata package repositories.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apt upgrade устанавливает доступные обновления.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Production server должен регулярно получать security updates.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Создаём отдельного пользователя приложения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adduser shop
sudo usermod -aG sudo shop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shop будет владельцем файлов Internet Shop.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Не запускаем Node.js от root.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sudo можно оставить для учебной лаборатории; в production privileges обычно ограничивают сильнее.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Базовые инструменты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apt install -y git curl ca-certificates nginx postgresql postgresql-contrib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Подготовка VPS: SSH → updates → user → packages → firewall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A128A2-903E-6B83-BA26-458498CCE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3. Установка Node.js 22 и подготовка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Системный Node.js, Git clone, npm ci и Prisma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Подключение NodeSource repository для Node.js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curl -fsSL https://deb.nodesource.com/setup_22.x -o nodesource_setup.sh
sudo -E bash nodesource_setup.sh
sudo apt install -y nodejs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Проверка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node --version
npm --version
which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Каталог приложения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mkdir -p /var/www/internet-shop
sudo chown -R shop:shop /var/www/internet-shop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Создаём отдельный каталог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Владельцем назначаем пользователя shop.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systemd затем будет запускать процесс от этого же пользователя.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Получаем проект из Git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-iu shop
cd /var/www/internet-shop
git clone https://github.com/USER/internet-shop-api.git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Установка dependencies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cd /var/www/internet-shop
npm 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npm ci использует package-lock.json.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Команда подходит для воспроизводимой установки.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После чистого clone node_modules создаётся заново на сервере.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не переносим с Windows на Linux-сервер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копируем node_modules: зависимости устанавливаются на сервере через npm ci.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копируем локальный .env: production variables хранятся отдельно.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копируем локальную PostgreSQL database: на сервере создаётся собственная база.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копируем временные logs, coverage, cache и IDE-файлы.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На сервер переносится исходный код, package files, Prisma schema и migrations.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4. PostgreSQL и Prisma на сервере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Создание production database, пользователя и применение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Проверяем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systemctl status postgresql
sudo -u postgres psql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Создаём database user и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CREATE USER shop_user WITH PASSWORD 'CHANGE_ME_STRONG_PASSWORD';
CREATE DATABASE shop_db OWNER shop_user;
\q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Production DATABASE_URL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261872"/>
            <a:ext cx="10744201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TEXT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postgresql://shop_user:STRONG_PASSWORD@127.0.0.1:5432/shop_db?schema=public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53528" y="2372868"/>
            <a:ext cx="3611880" cy="39364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54696" y="2574036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2" y="3086100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DATABASE_URL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на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Linux-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сервере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указывает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на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PostgreSQL,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работающую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на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этом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же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сервере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Используем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127.0.0.1, а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не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публичный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IP.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PostgreSQL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не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требуется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открывать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в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интернет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Пароль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database user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хранится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вне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Git repository.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Почему production variables хранятся отдельно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Production secrets не должны попадать в Git repository.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DATABASE_URL может содержать пароль database 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JWT_SECRET должен быть отдельным значением для production.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Файл /etc/internet-shop.env подключается systemd service через EnvironmentFile.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Доступ к файлу ограничивается permissions, чтобы его не могли читать посторонние пользователи.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Environment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nano /etc/internet-shop.env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Содержимое /etc/internet-shop.env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F7A8C"/>
                </a:solidFill>
                <a:latin typeface="Consolas"/>
              </a:rPr>
              <a:t>TEXT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NODE_ENV=production
PORT=3000
DATABASE_URL=postgresql://shop_user:STRONG_PASSWORD@127.0.0.1:5432/shop_db?schema=public
JWT_SECRET=CHANGE_ME_TO_RANDOM_SECRET
CORS_ORIGIN=https://example.com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Ограничиваем доступ к environment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chown root:shop /etc/internet-shop.env
sudo chmod 640 /etc/internet-shop.env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root владеет файлом.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Группа shop может прочитать значения.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Другие пользователи не получают доступ.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Secrets не должны выводиться в отчёт или Git.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Prisma Client и migrations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cd /var/www/internet-shop
npx prisma generate
npx prisma migrate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migrate deploy в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Применяет pending migrations.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создаёт новые migrations.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использует shadow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сбрасывает production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заменяет prisma generate.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Подготовка БД: PostgreSQL → DATABASE_URL → prisma generate → prisma migrate deploy → готовая schema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F51E4A-333D-0AB1-6EDF-B3CF9DE54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5. systemd: постоянный запуск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Автозапуск, restart и централизованные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Почему недостаточно node server.js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SSH session может завершиться.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После reboot процесс не запустится автоматически.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При crash приложение останется недоступным.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Нужен системный менеджер долгоживущего процесса.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В Linux эту задачу выполняет systemd.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systemd управляет Node.js: boot → start → running → crash → restart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3E70C6-23ED-A8B0-6F13-B74EB6278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Создаём unit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nano /etc/systemd/system/internet-shop.service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internet-shop.service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INI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[Unit]
Description=Internet Shop REST API
After=network.target postgresql.service
[Service]
Type=simple
User=shop
Group=shop
WorkingDirectory=/var/www/internet-shop
EnvironmentFile=/etc/internet-shop.env
ExecStart=/usr/bin/node /var/www/internet-shop/server.js
Restart=on-failure
RestartSec=5
[Install]
WantedBy=multi-user.target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Разбираем unit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261872"/>
            <a:ext cx="7575951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F7A8C"/>
                </a:solidFill>
                <a:latin typeface="Consolas"/>
              </a:rPr>
              <a:t>INI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User=shop
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WorkingDirectory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=/var/www/internet-shop
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EnvironmentFile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=/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etc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/internet-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shop.env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ExecStart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=/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usr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/bin/node /var/www/internet-shop/server.js
Restart=on-failure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0623" y="1737286"/>
            <a:ext cx="3611880" cy="41513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81791" y="1938454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6927" y="2450518"/>
            <a:ext cx="3319272" cy="328474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User —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процесс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не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работает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от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root.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WorkingDirectory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—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рабочий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каталог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проекта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EnvironmentFile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— production configuration.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ExecStart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использует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абсолютный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путь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к Node.js и server.js.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Restart=on-failure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перезапускает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сервис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после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аварийного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7212B"/>
                </a:solidFill>
                <a:latin typeface="Aptos"/>
              </a:rPr>
              <a:t>завершения</a:t>
            </a:r>
            <a:r>
              <a:rPr sz="1600" b="0" i="0" dirty="0">
                <a:solidFill>
                  <a:srgbClr val="17212B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Активируем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systemctl daemon-reload
sudo systemctl enable --now internet-shop
sudo systemctl status internet-shop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Logs через journalctl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journalctl -u internet-shop -n 100 --no-pager
sudo journalctl -u internet-shop -f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Проверяем API локально на сервере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curl http://127.0.0.1:3000/health/live
curl http://127.0.0.1:3000/health/ready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Промежуточная контрольная точка перед Nginx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Перед настройкой Nginx нужно убедиться, что само Node.js-приложение уже работает.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systemctl status internet-shop должен показывать active (running).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journalctl не должен содержать startup errors.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curl http://127.0.0.1:3000/health/live должен вернуть успешный ответ.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curl http://127.0.0.1:3000/health/ready должен подтвердить доступность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Если эта проверка не пройдена, Nginx пока не настраиваем: сначала исправляем приложение или database connection.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6. Nginx как reverse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Публичный HTTP/HTTPS endpoint перед Express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Reverse proxy: Client → Nginx :80/:443 → Express 127.0.0.1:3000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C100242-B13B-CF8A-1377-6E492CF02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делает Nginx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Принимает входящие HTTP/HTTPS connections.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Перенаправляет запросы в Express через proxy_pass.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Передаёт Host и client IP headers.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Скрывает внутренний порт Node.js.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Может обслуживать TLS certificate.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Nginx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NGINX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server {
    listen 80;
    server_name api.example.com;
    location / {
        proxy_pass http://127.0.0.1:3000;
        proxy_http_version 1.1;
        proxy_set_header Host $host;
        proxy_set_header X-Real-IP $remote_addr;
        proxy_set_header X-Forwarded-For $proxy_add_x_forwarded_for;
        proxy_set_header X-Forwarded-Proto $scheme;
    }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Включаем конфигурацию Nginx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600" b="0" i="0" dirty="0" err="1">
                <a:solidFill>
                  <a:srgbClr val="F8FAFC"/>
                </a:solidFill>
                <a:latin typeface="Consolas"/>
              </a:rPr>
              <a:t>sudo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nano /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etc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/nginx/sites-available/internet-shop
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sudo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ln -s /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etc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/nginx/sites-available/internet-shop /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etc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/nginx/sites-enabled/internet-shop
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sudo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nginx -t
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sudo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systemctl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reload nginx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trust proxy в Express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После reverse proxy исходный запрос приходит в Express от Nginx.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X-Forwarded-* headers содержат информацию об исходном запросе.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Если приложение использует req.ip, req.protocol или secure cookies, нужно корректно настроить trust proxy.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Нельзя бездумно доверять произвольным proxy headers из недоверенной сети.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Пример trust proxy для Nginx на том же сервере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app.set('trust proxy', 'loopback');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Проверяем Nginx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curl http://SERVER_IP/health/live
curl http://SERVER_IP/api/products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7. Firewall и HTTPS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Открываем только необходимые порты и защищаем внешний трафик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UFW: минимальный набор правил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ufw allow OpenSSH
sudo ufw allow 'Nginx Full'
sudo ufw enable
sudo ufw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Почему нельзя открывать 3000 и 5432 в интернет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3000/tcp — внутренний порт Express; внешний доступ должен идти через Nginx.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5432/tcp — порт PostgreSQL; database не должна быть доступна из интернета.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Открытый PostgreSQL увеличивает риск перебора паролей и атак на базу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Открытый Express port создаёт второй внешний вход в приложение в обход Nginx.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Минимальный внешний набор портов: SSH 22, HTTP 80 и HTTPS 443.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HTTPS при наличии домена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DNS A-record должен указывать на public IP сервера.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Nginx должен отвечать на HTTP для домена.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Certbot может получить certificate Let's Encrypt и настроить Nginx.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После настройки клиент использует https://api.example.com.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Для лаборатории без домена HTTPS можно оставить обзорным этапом.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Certbot для Nginx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sudo snap install --classic certbot
sudo ln -s /snap/bin/certbot /usr/local/bin/certbot
sudo certbot --nginx -d api.example.com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 dirty="0" err="1">
                <a:solidFill>
                  <a:srgbClr val="17212B"/>
                </a:solidFill>
                <a:latin typeface="Aptos"/>
              </a:rPr>
              <a:t>Защищённый</a:t>
            </a:r>
            <a:r>
              <a:rPr sz="3000" b="1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12B"/>
                </a:solidFill>
                <a:latin typeface="Aptos"/>
              </a:rPr>
              <a:t>путь</a:t>
            </a:r>
            <a:r>
              <a:rPr sz="3000" b="1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12B"/>
                </a:solidFill>
                <a:latin typeface="Aptos"/>
              </a:rPr>
              <a:t>запроса</a:t>
            </a:r>
            <a:r>
              <a:rPr sz="3000" b="1" i="0" dirty="0">
                <a:solidFill>
                  <a:srgbClr val="17212B"/>
                </a:solidFill>
                <a:latin typeface="Aptos"/>
              </a:rPr>
              <a:t>: HTTPS :443 → Nginx TLS → localhost:3000 → Express → PostgreSQL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CBDC84-21DA-9CFE-A472-C4B5B7633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8. Диагностика Linux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Где искать ошибку, если API недоступен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Диагностика по уровням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Симптом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Уровень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Команда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SSH недоступен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Network/firewall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ssh, ufw status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502 Bad Gateway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Nginx → Node.js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systemctl status internet-shop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API process failed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systemd/Node.js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journalctl -u internet-shop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Database error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PostgreSQL/Prisma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systemctl status postgresql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Nginx config error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Nginx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nginx -t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HTTPS error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DNS/Certbot/Nginx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certbot certificates, nginx logs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Алгоритм диагностики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Проверить systemctl status internet-shop.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Application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Открыть journalctl и найти первую ошибку.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Local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Проверить curl 127.0.0.1:3000.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Nginx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Проверить nginx -t и curl через port 80/443.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Проверить PostgreSQL и readiness endpoint.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Проверить firewall, DNS и внешний URL.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Диагностика: systemd → journalctl → localhost:3000 → Nginx → firewall/DNS → public API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A63855-6B7D-2531-7776-645353B2F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Практическая задача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Развернуть Internet Shop REST API на Ubuntu Server так, чтобы приложение автоматически запускалось и было доступно через Nginx.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Установить Node.js 22, PostgreSQL и Nginx.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Создать database и database 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Склонировать Internet Shop.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Создать production environment file.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Выполнить npm ci, prisma generate и prisma migrate deploy.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Создать и запустить systemd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Настроить Nginx reverse proxy.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Включить UFW.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Проверить public REST endpoints.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F7A8C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systemd service active.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Express не доступен напрямую через public :3000.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Nginx проксирует запросы в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PostgreSQL доступна приложению.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/health/ready возвращает 200.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После reboot service запускается автоматически.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Проверка понимания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Почему Node.js process не следует запускать от root?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Зачем нужен systemd?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Почему PostgreSQL и Express оставляем на localhost?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Для чего используется Nginx reverse proxy?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Что делает prisma migrate deploy?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Где хранятся production environment variables?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Почему сначала проверяем localhost:3000, а затем Nginx?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Какие внешние порты должен разрешать firewall?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Итоги лекции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Linux deployment даёт полный контроль над инфраструктурой и требует ручной настройки.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Node.js REST API запускается отдельным пользователем.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PostgreSQL работает локально и не публикуется в интернет.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Prisma Client генерируется отдельно, production migrations применяются через migrate deploy.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systemd обеспечивает автозапуск, restart и централизованные logs.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Nginx публикует REST API через HTTP/HTTPS и проксирует запросы в Express.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UFW открывает только необходимые внешние порты.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HTTPS добавляется через Nginx и certificate при наличии домена.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Диагностику выполняем последовательно: process → logs → local API → proxy → network.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Следующая тема: обновление и сопровождение REST API в Production.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Linux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3593</Words>
  <Application>Microsoft Office PowerPoint</Application>
  <PresentationFormat>Широкоэкранный</PresentationFormat>
  <Paragraphs>488</Paragraphs>
  <Slides>67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67</vt:i4>
      </vt:variant>
    </vt:vector>
  </HeadingPairs>
  <TitlesOfParts>
    <vt:vector size="72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Развёртывание Node.js REST API на Linux-сервере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2026-09-23T14:05:26Z</dcterms:modified>
  <cp:category/>
</cp:coreProperties>
</file>