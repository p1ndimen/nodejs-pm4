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206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56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652760" y="502920"/>
            <a:ext cx="868680" cy="20116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921240" y="804672"/>
            <a:ext cx="1600200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731520"/>
            <a:ext cx="7315200" cy="4114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РО 4.5. Тестирование, контейнеризация и развёртывание готового приложения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9784080" cy="1508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600" b="1" i="0">
                <a:solidFill>
                  <a:srgbClr val="172033"/>
                </a:solidFill>
                <a:latin typeface="Aptos"/>
              </a:rPr>
              <a:t>Основы тестирования серверных приложений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926080"/>
            <a:ext cx="93268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Unit, integration и end-to-end tests, AAA, assertions и тестируемая архитектура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Server Testing • Fundamentals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Результаты занятия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Объяснять назначение автоматических тестов backend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Различать unit, integration и end-to-end tests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Понимать test pyramid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Формулировать test case по схеме Arrange–Act–Assert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Использовать assertions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Проверять позитивные, негативные и граничные сценарии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Понимать test isolation и deterministic tests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Отделять test environment от development/production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Писать первый test через node:test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Запускать tests через node --test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Server Testing • Fundamentals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Учебные вопросы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408176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3502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Зачем тестировать 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316736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Регрессии, уверенность в изменениях и автоматическая проверка поведения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392070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18918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Уровни тестирования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300630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Unit, integration и end-to-end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375964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302812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Структура хорошего теста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3284524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Arrange–Act–Assert, assertions и test cases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4359859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286707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Качество тестов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4268419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Isolation, determinism, boundary cases и test doubles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5343753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270601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Первый автоматический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5252313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node:test, node:assert/strict и node --test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Server Testing • Fundamentals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1. Зачем тестировать 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Автоматический test проверяет ожидаемое поведение программы повторяемым способом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Server Testing • Fundamentals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такое программный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Test — автоматическая проверка, которая запускает часть программы с заданными входными данными и сравнивает фактический результат с ожидаемым.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Test фиксирует ожидаемое поведение системы.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Test можно запускать многократно.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Успешный test не доказывает отсутствие всех ошибок.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Набор tests уменьшает риск случайной регрессии.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Server Testing • Fundamentals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Регрессия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Регрессия — ситуация, когда изменение кода ломает уже работавшее поведение.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Добавили новое поле Product и сломали старый Controller.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Изменили расчёт Order total и получили неверную сумму.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Исправили Authorization и случайно закрыли публичный endpoint.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Tests помогают обнаружить такие изменения до deployment.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Server Testing • Fundamentals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Manual testing и Automated testing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Manual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Человек вручную выполняет шаги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Полезно для exploratory checks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Медленно повторять после каждого изменения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Легко пропустить старый сценарий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Automated testing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Сценарий описан кодом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Запускается одной командой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Повторяется одинаково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Подходит для regression suite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Server Testing • Fundamentals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Изменение кода → test suite → pass/fail → решение о следующем шаге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3C4E41A-9FA1-6A9B-B7D1-C234600F9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тестировать в Internet Shop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Расчёт стоимости Order.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Validation бизнес-правил.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Product Service.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Auth Service.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REST endpoints.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Authorization rules.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Работу Prisma с test database.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Полный путь запроса от HTTP до БД.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Server Testing • Fundamentals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Tests как executable specification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Название test case описывает ожидаемое поведение.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Input и expected result становятся частью документации.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Новый разработчик может понять контракт функции по tests.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Хороший test отвечает на вопрос: что должна делать система в этом сценарии?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Server Testing • Fundamentals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2. Уровни тестирования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Разные tests проверяют систему на разных уровнях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Server Testing • Fundamentals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Unit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Unit test проверяет небольшую изолированную единицу поведения — обычно функцию, класс или service method.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Запускается быстро.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Не должен зависеть от реальной сети или production DB.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Ошибка обычно легко локализуется.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Подходит для бизнес-логики.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Server Testing • Fundamentals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Unit test: расчёт стоимости заказа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8019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71600"/>
            <a:ext cx="10195560" cy="31089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Запрос: Проверить функцию calculateOrderTotal(items)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56816"/>
            <a:ext cx="6446520" cy="429768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91440" rtlCol="0" anchor="ctr"/>
          <a:lstStyle/>
          <a:p>
            <a:pPr>
              <a:spcAft>
                <a:spcPts val="500"/>
              </a:spcAft>
            </a:pPr>
            <a:r>
              <a:rPr lang="ru-RU" sz="1800" b="1" i="0" dirty="0">
                <a:solidFill>
                  <a:srgbClr val="14B8A6"/>
                </a:solidFill>
                <a:latin typeface="Consolas"/>
              </a:rPr>
              <a:t> </a:t>
            </a:r>
            <a:r>
              <a:rPr sz="1800" b="1" i="0" dirty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>
              <a:lnSpc>
                <a:spcPct val="100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const items = [
  { price: 10000, quantity: 2 },
  { price: 5000, quantity: 1 }
];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956816"/>
            <a:ext cx="4023360" cy="150876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91440" rtlCol="0" anchor="ctr"/>
          <a:lstStyle/>
          <a:p>
            <a:pPr algn="ctr">
              <a:spcAft>
                <a:spcPts val="500"/>
              </a:spcAft>
            </a:pPr>
            <a:r>
              <a:rPr sz="1800" b="1" i="0" dirty="0" err="1">
                <a:solidFill>
                  <a:srgbClr val="14B8A6"/>
                </a:solidFill>
                <a:latin typeface="Consolas"/>
              </a:rPr>
              <a:t>Результат</a:t>
            </a:r>
            <a:r>
              <a:rPr sz="1800" b="1" i="0" dirty="0">
                <a:solidFill>
                  <a:srgbClr val="14B8A6"/>
                </a:solidFill>
                <a:latin typeface="Consolas"/>
              </a:rPr>
              <a:t> </a:t>
            </a:r>
            <a:r>
              <a:rPr lang="ru-RU" sz="1800" b="1" i="0" dirty="0">
                <a:solidFill>
                  <a:srgbClr val="14B8A6"/>
                </a:solidFill>
                <a:latin typeface="Consolas"/>
              </a:rPr>
              <a:t> </a:t>
            </a:r>
            <a:endParaRPr sz="1800" b="1" i="0" dirty="0">
              <a:solidFill>
                <a:srgbClr val="14B8A6"/>
              </a:solidFill>
              <a:latin typeface="Consolas"/>
            </a:endParaRPr>
          </a:p>
          <a:p>
            <a:pPr>
              <a:lnSpc>
                <a:spcPct val="100000"/>
              </a:lnSpc>
            </a:pPr>
            <a:r>
              <a:rPr sz="1800" b="0" i="0" dirty="0" err="1">
                <a:solidFill>
                  <a:srgbClr val="F8FAFC"/>
                </a:solidFill>
                <a:latin typeface="Consolas"/>
              </a:rPr>
              <a:t>Ожидаемый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 total = 25000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3666744"/>
            <a:ext cx="4023360" cy="25877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19" y="3794759"/>
            <a:ext cx="3657600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4B8A6"/>
                </a:solidFill>
                <a:latin typeface="Aptos"/>
              </a:rPr>
              <a:t>Пояснение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52944" y="4251959"/>
            <a:ext cx="3730752" cy="18928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Test проверяет чистую бизнес-функцию без HTTP и PostgreSQL.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Server Testing • Fundamentals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Integration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Integration test проверяет совместную работу нескольких реальных компонентов.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Express route + middleware + Controller.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Service + Prisma + test database.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JWT middleware + protected endpoint.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Ошибку сложнее локализовать, чем в unit test.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Такие tests обычно медленнее unit tests.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Server Testing • Fundamentals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End-to-end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End-to-end test проверяет систему максимально близко к реальному пользовательскому сценарию.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Запуск приложения.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HTTP request к API.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Работа middleware, Service и DB.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Проверка response.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Самый широкий, но обычно самый дорогой по времени уровень.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Server Testing • Fundamentals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Test pyramid: много unit → меньше integration → немного E2E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17D88EA-4B0E-767B-BECC-30794020C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Сравнение уровней тестирования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0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0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0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00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65860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Уровень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Что проверяет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Скорость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Типичный пример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58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Unit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Одна функция/модуль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Высокая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calculateOrderTotal()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658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Integration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Несколько компонентов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Средняя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Service + Prisma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658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E2E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Почти вся система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Ниже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POST /api/orders → DB → 201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Server Testing • Fundamentals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Почему не делать только E2E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E2E test запускает много компонентов одновременно.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Он медленнее.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Причина failure может находиться в любом слое.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Набор только из E2E становится дорогим и хрупким.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Test pyramid помогает распределить проверки по подходящим уровням.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Server Testing • Fundamentals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Не каждую функцию нужно тестировать отдельно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Тестируйте значимое поведение, а не каждую строку кода.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Простые getter/setter обычно не требуют отдельного test.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Приоритет — бизнес-правила, преобразования и опасные edge cases.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Test должен давать полезный сигнал при failure.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Server Testing • Fundamentals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3. Структура хорошего теста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Test case должен быть понятным, коротким и воспроизводимым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Server Testing • Fundamentals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Arrange – Act – Assert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Arrange — подготовить входные данные и окружение.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Act — выполнить тестируемое действие.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Assert — проверить результат.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AAA делает test case читаемым и помогает отделять подготовку от проверки.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Server Testing • Fundamentals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AAA: Arrange → Act → Assert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BA4F351-4A87-F326-6B96-A8EA938F6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AAA на примере Order total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 dirty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test("calculates total for several items", () =&gt; {
  // Arrange
  const items = [
    { price: 10000, quantity: 2 },
    { price: 5000, quantity: 1 }
  ];
  // Act
  const total =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calculateOrderTotal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(items);
  // Assert
 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assert.strictEqual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(total, 25000);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Arrange создаёт test data.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Act вызывает только тестируемое поведение.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Assert фиксирует ожидаемый результат.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Server Testing • Fundamentals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Assertion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Assertion — проверка утверждения об ожидаемом состоянии программы.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actual — фактический результат.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expected — ожидаемый результат.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Если условие не выполнено, test завершается failure.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Node.js предоставляет стабильный модуль node:assert.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Server Testing • Fundamentals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Примеры assertions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0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Assertion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Назначение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Пример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strictEqual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Строгое равенство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total === 25000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deepStrictEqual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Сравнение объектов/массивов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Product object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ok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Проверка truthy condition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result.length &gt; 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throws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Ожидаемая sync error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invalid quantity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rejects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Ожидаемая async rejection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Service error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Server Testing • Fundamentals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Хорошее имя test case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Название должно описывать наблюдаемое поведение.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Хорошо: calculates total for several items.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Хорошо: rejects quantity less than one.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Плохо: test1.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Плохо: order function works.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Server Testing • Fundamentals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Позитивные и негативные scenarios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Positive test использует допустимые данные.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Negative test проверяет некорректный input или запрещённое действие.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Оба типа нужны.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Только happy path оставляет ошибки на границах непроверенными.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Server Testing • Fundamentals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Test cases: happy path + invalid input + boundary values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06334BD-9C45-BD94-3B6B-1CBDE8D47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Boundary values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Ошибки часто возникают на границах диапазонов.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Если quantity разрешён 1..100, проверяйте 1 и 100.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Рядом с границей проверяйте 0 и 101.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Если массив должен иметь минимум один элемент, отдельно проверьте пустой массив.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Server Testing • Fundamentals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4. Качество тестов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Test должен падать только из-за проверяемого поведения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Server Testing • Fundamentals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Test isolation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Один test не должен оставлять состояние для другого.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Порядок запуска tests не должен менять результат.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Shared mutable state создаёт случайные failures.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База для integration tests должна очищаться или пересоздаваться.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Server Testing • Fundamentals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Deterministic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Deterministic test при одинаковых условиях всегда даёт одинаковый результат.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Не зависит от текущей даты без контролируемого clock.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Не зависит от случайного значения без фиксированной стратегии.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Не зависит от внешнего production API.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Не зависит от test execution order.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Server Testing • Fundamentals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Deterministic test: одинаковый input → одинаковый результат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ABCEDC5-3BE4-A568-52F4-DC8C977A16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Flaky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Flaky test иногда проходит, а иногда падает без изменения проверяемого кода.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Причины: race conditions.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Shared state.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Реальная сеть.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Timing assumptions.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Неочищенная test database.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Server Testing • Fundamentals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Test doubles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Stub возвращает заранее подготовленный результат.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Mock позволяет проверять взаимодействие с dependency.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Fake — упрощённая рабочая реализация dependency.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Test doubles помогают изолировать unit от Prisma, email, filesystem и внешних API.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Подробно mocks разберём в следующей лекции с Jest.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Server Testing • Fundamentals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Production dependency и Test double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Production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PostgreSQL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SMTP server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External payment API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Filesystem storage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Unit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Stub/Fake repository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Mock mail service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Fake payment client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Temporary/fake storage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Server Testing • Fundamentals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Test environment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Tests не должны использовать production database.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Используйте отдельную DATABASE_URL для test environment.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Test data должна быть искусственной.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Secrets production не нужны в tests.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unit tests database часто вообще не требуется.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Server Testing • Fundamentals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5. Первый автоматический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Node.js содержит стабильный встроенный test runner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Server Testing • Fundamentals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node:test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Встроенный test runner доступен через node:test.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Начиная с Node.js 20 test runner имеет stable status.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Запуск из CLI выполняется через node --test.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базовых assertions можно использовать node:assert/strict.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Вводная лабораторная не требует стороннего framework.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Server Testing • Fundamentals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Функция для тестирования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export function calculateOrderTotal(items) {
  return items.reduce(
    (sum, item) =&gt; sum + item.price * item.quantity,
    0
  );
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Server Testing • Fundamentals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Первый test file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7479202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 dirty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600" b="0" i="0" dirty="0">
                <a:solidFill>
                  <a:srgbClr val="F8FAFC"/>
                </a:solidFill>
                <a:latin typeface="Consolas"/>
              </a:rPr>
              <a:t>import test from "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node:test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";
import assert from "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node:assert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/strict";
import {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calculateOrderTotal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 } from "../services/orderMath.js";
test("calculates total for several items", () =&gt; {
  const items = [
    { price: 10000, quantity: 2 },
    { price: 5000, quantity: 1 }
  ];
  const total =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calculateOrderTotal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(items);
 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assert.strictEqual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(total, 25000);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75314" y="1211580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76482" y="1412748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21618" y="1924812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node:test объявляет test case.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node:assert/strict предоставляет assertions.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Test не запускает Express и PostgreSQL.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Это классический unit test.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Server Testing • Fundamentals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Запуск tests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BASH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node --test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Server Testing • Fundamentals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означает pass/fail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Pass — все assertions test case выполнены.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Fail — хотя бы одна assertion не выполнена или test выбросил неожиданную error.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Process exit code отличен от нуля при failing test suite.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Это позволяет позже использовать tests в CI/CD pipeline.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Server Testing • Fundamentals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Negative test с assert.throws()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test("rejects quantity less than one", () =&gt; {
  const items = [
    { price: 10000, quantity: 0 }
  ];
  assert.throws(
    () =&gt; calculateOrderTotal(items),
    /quantity/
  );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Negative test ожидает error.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Если функция не выбросит error, test должен упасть.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Для этого сама business function должна явно валидировать quantity.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Server Testing • Fundamentals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Полный test workflow: write test → run → fail → fix → pass → refactor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C528D2C-63DE-189B-BFD7-45D09FB54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Checklist хорошего backend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Проверяет конкретное поведение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Имеет понятное имя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Использует AAA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Имеет явный expected result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Не зависит от порядка других tests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Не использует production 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Проверяет boundary/negative cases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Быстро запускается на своём уровне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Падает по понятной причине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Можно многократно запускать одной командой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Server Testing • Fundamentals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Контрольные вопросы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1. Что такое regression?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2. Чем automated test отличается от manual testing?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3. Что обычно проверяет unit test?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4. Что обычно проверяет integration test?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5. Почему E2E tests обычно медленнее?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6. Что означает Arrange–Act–Assert?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7. Для чего нужна assertion?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8. Что такое flaky test?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9. Зачем test isolation?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10. Как запустить встроенный Node.js test runner из CLI?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Server Testing • Fundamentals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Итоги занятия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139903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9903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Автоматические tests уменьшают риск регрессий.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328062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32806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Unit, integration и E2E tests проверяют систему на разных уровнях.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25709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5709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Test pyramid предполагает много быстрых unit tests и меньше широких tests.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186123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18612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AAA разделяет подготовку, действие и проверку.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115153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11515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Assertions сравнивают actual и expected behavior.</a:t>
            </a:r>
          </a:p>
        </p:txBody>
      </p:sp>
      <p:sp>
        <p:nvSpPr>
          <p:cNvPr id="15" name="Oval 14"/>
          <p:cNvSpPr/>
          <p:nvPr/>
        </p:nvSpPr>
        <p:spPr>
          <a:xfrm>
            <a:off x="6199632" y="1399032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21424" y="139903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Проверяйте happy path, invalid input и boundary values.</a:t>
            </a:r>
          </a:p>
        </p:txBody>
      </p:sp>
      <p:sp>
        <p:nvSpPr>
          <p:cNvPr id="17" name="Oval 16"/>
          <p:cNvSpPr/>
          <p:nvPr/>
        </p:nvSpPr>
        <p:spPr>
          <a:xfrm>
            <a:off x="6199632" y="232806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21424" y="232806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Хорошие tests изолированы и deterministic.</a:t>
            </a:r>
          </a:p>
        </p:txBody>
      </p:sp>
      <p:sp>
        <p:nvSpPr>
          <p:cNvPr id="19" name="Oval 18"/>
          <p:cNvSpPr/>
          <p:nvPr/>
        </p:nvSpPr>
        <p:spPr>
          <a:xfrm>
            <a:off x="6199632" y="3257092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21424" y="325709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Production dependencies не должны бесконтрольно использоваться в unit tests.</a:t>
            </a:r>
          </a:p>
        </p:txBody>
      </p:sp>
      <p:sp>
        <p:nvSpPr>
          <p:cNvPr id="21" name="Oval 20"/>
          <p:cNvSpPr/>
          <p:nvPr/>
        </p:nvSpPr>
        <p:spPr>
          <a:xfrm>
            <a:off x="6199632" y="4186123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21424" y="418612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Node.js имеет стабильный встроенный node:test runner.</a:t>
            </a:r>
          </a:p>
        </p:txBody>
      </p:sp>
      <p:sp>
        <p:nvSpPr>
          <p:cNvPr id="23" name="Oval 22"/>
          <p:cNvSpPr/>
          <p:nvPr/>
        </p:nvSpPr>
        <p:spPr>
          <a:xfrm>
            <a:off x="6199632" y="5115153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21424" y="511515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Команда node --test позволяет запускать test suite автоматически.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Server Testing • Fundamentals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Следующая лекция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Unit-тестирование с Jest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Установка Jest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describe() и test()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expect() и matchers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beforeEach/afterEach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Mocks и spies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Тестирование Service layer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Изоляция Prisma dependency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Server Testing • Fundamentals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2521</Words>
  <Application>Microsoft Office PowerPoint</Application>
  <PresentationFormat>Широкоэкранный</PresentationFormat>
  <Paragraphs>433</Paragraphs>
  <Slides>49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49</vt:i4>
      </vt:variant>
    </vt:vector>
  </HeadingPairs>
  <TitlesOfParts>
    <vt:vector size="54" baseType="lpstr">
      <vt:lpstr>Aptos</vt:lpstr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Основы тестирования серверных приложений</dc:title>
  <dc:subject>Test levels, AAA, assertions, isolation и node:test</dc:subject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2026-09-23T09:46:01Z</dcterms:modified>
  <cp:category/>
</cp:coreProperties>
</file>