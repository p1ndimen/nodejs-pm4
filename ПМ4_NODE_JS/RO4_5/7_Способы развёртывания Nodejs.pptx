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750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49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652760" y="502920"/>
            <a:ext cx="868680" cy="201168"/>
          </a:xfrm>
          <a:prstGeom prst="round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921240" y="804672"/>
            <a:ext cx="1600200" cy="109728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7315200" cy="411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23A63"/>
                </a:solidFill>
                <a:latin typeface="Aptos"/>
              </a:rPr>
              <a:t>РО 4.5 • Лекция 7 • 2 часа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9784080" cy="1508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600" b="1" i="0">
                <a:solidFill>
                  <a:srgbClr val="17212B"/>
                </a:solidFill>
                <a:latin typeface="Aptos"/>
              </a:rPr>
              <a:t>Способы развёртывания Node.js REST API и развёртывание на PaaS Render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926080"/>
            <a:ext cx="93268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17181"/>
                </a:solidFill>
                <a:latin typeface="Aptos"/>
              </a:rPr>
              <a:t>От локального Express-приложения до публичного HTTPS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Deployment и Render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Цели лекции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Понять, что означает deployment серверного приложения.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Сравнить основные способы размещения Node.js REST API.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Разобрать модель PaaS и место Render в процессе deployment.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Подготовить Express + Prisma приложение к запуску в облачной среде.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Создать Render Postgres и подключить REST API через DATABASE_URL.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Опубликовать API и проверить health endpoints, logs и auto-deploy.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Deployment и Render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Связь с предыдущей лекцией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CI проверяет код, deployment делает проверенную версию приложения доступной пользователям.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На предыдущей лекции GitHub Actions выполнял npm ci, Prisma и tests.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Теперь следующий шаг — запустить приложение вне компьютера разработчика.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Render может автоматически deploy-ить изменения из связанной Git-ветки.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Render также умеет ждать успешных CI checks перед auto-deploy.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Deployment и Render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12B"/>
                </a:solidFill>
                <a:latin typeface="Aptos"/>
              </a:rPr>
              <a:t>1. Что такое развёртывание серверного приложения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17181"/>
                </a:solidFill>
                <a:latin typeface="Aptos"/>
              </a:rPr>
              <a:t>От localhost к постоянно доступному REST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Deployment и Render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Development и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Приложение запускается на ПК разработчика.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Адрес обычно localhost.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Используются локальные environment variables.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Сервер может быть выключен в любой момент.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Ошибки изучаются в локальном terminal.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Production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Приложение работает на удалённой инфраструктуре.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API имеет публичный HTTPS URL.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Secrets хранятся отдельно от исходного кода.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Процесс должен стабильно запускаться и перезапускаться.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Logs и health checks используются для диагностики.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Deployment и Render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Deployment — процесс подготовки и запуска определённой версии приложения в среде, где оно будет обслуживать реальные запросы.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Получение исходного кода или готового артефакта.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Установка production dependencies.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Настройка environment variables и secrets.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Подготовка базы данных.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Запуск серверного процесса.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Проверка доступности и работоспособности.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Deployment и Render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12B"/>
                </a:solidFill>
                <a:latin typeface="Aptos"/>
              </a:rPr>
              <a:t>Путь REST API: local development → repository → deployment platform → public API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8517CBC-368E-BE5A-0150-1C701AD41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Что должно существовать после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Запущенный процесс Node.js / Express.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Стабильное подключение к PostgreSQL.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Публичный URL для REST API.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HTTPS.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Environment variables и secrets.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Health endpoint.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Logs запуска и выполнения запросов.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Deployment и Render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Что переносится в Production, а что нет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Элемент</a:t>
                      </a:r>
                    </a:p>
                  </a:txBody>
                  <a:tcPr marL="73152" marR="73152"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Переносим</a:t>
                      </a:r>
                    </a:p>
                  </a:txBody>
                  <a:tcPr marL="73152" marR="73152"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Комментарий</a:t>
                      </a:r>
                    </a:p>
                  </a:txBody>
                  <a:tcPr marL="73152" marR="73152">
                    <a:solidFill>
                      <a:srgbClr val="123A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Исходный код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Да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Получаем из Git repository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package.json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Да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Описывает dependencies и scripts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package-lock.json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Да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Фиксирует версии dependencies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.env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Нет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Secrets задаём средствами платформы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node_modules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Нет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Устанавливаем заново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Prisma schema/migrations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Да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Нужны для Client и структуры БД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Локальная PostgreSQL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Нет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Используем отдельную production database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Deployment и Render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Общий цикл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Получить выбранную версию проекта из Git.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228088"/>
            <a:ext cx="420624" cy="420624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154936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136648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Установить dependencies и выполнить подготовительные команды.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047999"/>
            <a:ext cx="420624" cy="420624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97484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Configure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956559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Передать environment variables и secrets.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3867911"/>
            <a:ext cx="420624" cy="420624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794759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3776471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Подключить PostgreSQL и применить migrations.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4687823"/>
            <a:ext cx="420624" cy="420624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61467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Start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4596383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Запустить Node.js процесс.</a:t>
            </a:r>
          </a:p>
        </p:txBody>
      </p:sp>
      <p:sp>
        <p:nvSpPr>
          <p:cNvPr id="20" name="Oval 19"/>
          <p:cNvSpPr/>
          <p:nvPr/>
        </p:nvSpPr>
        <p:spPr>
          <a:xfrm>
            <a:off x="804672" y="5507736"/>
            <a:ext cx="420624" cy="420624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43458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Verify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5416296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Проверить health endpoint, API и logs.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Deployment и Render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12B"/>
                </a:solidFill>
                <a:latin typeface="Aptos"/>
              </a:rPr>
              <a:t>2. Основные способы развёртывания Node.js REST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17181"/>
                </a:solidFill>
                <a:latin typeface="Aptos"/>
              </a:rPr>
              <a:t>VPS, PaaS, containers и serverless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Deployment и Render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Четыре распространённых подхода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2313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50976" y="1554480"/>
            <a:ext cx="256032" cy="256032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98448" y="1481328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12B"/>
                </a:solidFill>
                <a:latin typeface="Aptos"/>
              </a:rPr>
              <a:t>VPS / Linux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066543"/>
            <a:ext cx="4809744" cy="1417319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Самостоятельно устанавливаем Node.js, PostgreSQL, systemd, Nginx и отвечаем за сервер.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2313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00799" y="1554480"/>
            <a:ext cx="256032" cy="256032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48271" y="1481328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12B"/>
                </a:solidFill>
                <a:latin typeface="Aptos"/>
              </a:rPr>
              <a:t>PaaS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066543"/>
            <a:ext cx="4809744" cy="1417319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Платформа берёт на себя значительную часть инфраструктуры, а разработчик задаёт код и настройки запуска.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886200"/>
            <a:ext cx="5248655" cy="2313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50976" y="4087368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98448" y="4014215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12B"/>
                </a:solidFill>
                <a:latin typeface="Aptos"/>
              </a:rPr>
              <a:t>Containers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4599432"/>
            <a:ext cx="4809744" cy="1417319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Приложение упаковывается в container image и запускается в контейнерной инфраструктуре.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1" y="3886200"/>
            <a:ext cx="5248655" cy="2313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00799" y="4087368"/>
            <a:ext cx="256032" cy="256032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48271" y="4014215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12B"/>
                </a:solidFill>
                <a:latin typeface="Aptos"/>
              </a:rPr>
              <a:t>Serverless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4599432"/>
            <a:ext cx="4809744" cy="1417319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Код выполняется платформой по запросу без постоянного управления серверным процессом.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Deployment и Render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Сравнение способов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6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60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60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60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60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Подход</a:t>
                      </a:r>
                    </a:p>
                  </a:txBody>
                  <a:tcPr marL="73152" marR="73152"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Контроль</a:t>
                      </a:r>
                    </a:p>
                  </a:txBody>
                  <a:tcPr marL="73152" marR="73152"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Сложность старта</a:t>
                      </a:r>
                    </a:p>
                  </a:txBody>
                  <a:tcPr marL="73152" marR="73152"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Инфраструктура</a:t>
                      </a:r>
                    </a:p>
                  </a:txBody>
                  <a:tcPr marL="73152" marR="73152"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Для нашего курса</a:t>
                      </a:r>
                    </a:p>
                  </a:txBody>
                  <a:tcPr marL="73152" marR="73152">
                    <a:solidFill>
                      <a:srgbClr val="123A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VPS/Linux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Высокий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Средняя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Настраиваем сами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Подробно в лекции 8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PaaS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Средний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Низкая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Большую часть даёт платформа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Основная тема этой лекции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Containers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Высокий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Средняя/высокая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Container runtime/orchestration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Только обзорно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Serverless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Ниже на уровне сервера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Низкая/средняя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Управляет платформа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Только обзорно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Deployment и Render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VPS и PaaS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VPS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Есть доступ к ОС.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Самостоятельная установка ПО.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Самостоятельный reverse proxy.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Больше контроля.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Больше административной работы.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PaaS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ОС скрыта от разработчика.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Build/start задаются командами.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HTTPS и публичный endpoint предоставляет платформа.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Быстрее первый deployment.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Меньше контроля над инфраструктурой.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Deployment и Render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Где здесь Docker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Containers — один из способов упаковки и доставки приложения, но не обязательное условие deployment Node.js.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Node.js можно развернуть напрямую на Linux.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PaaS может запускать приложение без собственного Dockerfile.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Некоторые PaaS также поддерживают deployment готового container image.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В этом курсе контейнеризацию подробно не изучаем.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Deployment и Render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Что такое PaaS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Platform as a Service (PaaS) предоставляет готовую среду для сборки, запуска и публикации приложения, скрывая большую часть управления сервером.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Подключаем Git repository.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Задаём build command.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Задаём start command.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Добавляем environment variables.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Получаем public URL и HTTPS.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Просматриваем deploy history и logs.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Deployment и Render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12B"/>
                </a:solidFill>
                <a:latin typeface="Aptos"/>
              </a:rPr>
              <a:t>VPS vs PaaS: что настраивает разработчик и что берёт на себя платформа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3C75BD0-C368-EDE1-E94A-1188D966E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Почему для практики выбираем Render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Поддерживает Node.js web services.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Можно подключить GitHub repository.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Предоставляет публичный onrender.com URL.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Поддерживает managed PostgreSQL.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Есть environment variables, health checks и logs.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Поддерживает automatic deploy из связанной Git-ветки.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Deployment и Render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12B"/>
                </a:solidFill>
                <a:latin typeface="Aptos"/>
              </a:rPr>
              <a:t>Архитектура Internet Shop на Render: Client → HTTPS → Web Service → Prisma → Render Postgres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5AD20C1-E275-D7C7-62D9-C136A9987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12B"/>
                </a:solidFill>
                <a:latin typeface="Aptos"/>
              </a:rPr>
              <a:t>3. Подготовка Express REST API к Render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17181"/>
                </a:solidFill>
                <a:latin typeface="Aptos"/>
              </a:rPr>
              <a:t>PORT, scripts, Prisma и Production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Deployment и Render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Требование к HTTP-серверу Render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Web Service должен принимать внешние HTTP-запросы.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Приложение должно слушать порт из environment variable PORT.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Сервер должен bind-иться на 0.0.0.0, а не только на localhost.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Не следует жёстко фиксировать production port в исходном коде.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Deployment и Render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server.js для Render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import app from './app.js';
const PORT = Number(process.env.PORT ?? 3000);
const HOST = '0.0.0.0';
const server = app.listen(PORT, HOST, () =&gt; {
  console.log(`API started on ${HOST}:${PORT}`);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23A63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PORT берётся из environment Render.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3000 остаётся удобным fallback для локальной разработки.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0.0.0.0 позволяет платформе направлять входящие запросы в Express.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server сохраняем для graceful shutdown.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Deployment и Render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Неправильно и правильно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Неправильно для cloud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app.listen(3000, '127.0.0.1')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Порт зафиксирован в коде.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Сервер слушает только loopback interface.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Платформа может не обнаружить доступный HTTP 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Правильно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process.env.PORT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Fallback только для local development.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Host 0.0.0.0.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Порт задаётся инфраструктурой.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Deployment и Render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Production scripts в package.json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261872"/>
            <a:ext cx="11442192" cy="5431536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F7A8C"/>
                </a:solidFill>
                <a:latin typeface="Consolas"/>
              </a:rPr>
              <a:t>JSON</a:t>
            </a: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{
  "scripts": {
    "start": "node server.js",
    "test": "node --experimental-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vm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-modules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node_modules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/jest/bin/jest.js --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runInBand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",
    "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prisma:generate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": "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prisma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generate",
    "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db:deploy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": "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prisma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migrate deploy"
  }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3017520"/>
            <a:ext cx="3611880" cy="3493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84464" y="3004247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 dirty="0" err="1">
                <a:solidFill>
                  <a:srgbClr val="123A63"/>
                </a:solidFill>
                <a:latin typeface="Aptos"/>
              </a:rPr>
              <a:t>Что</a:t>
            </a:r>
            <a:r>
              <a:rPr sz="1800" b="1" i="0" dirty="0">
                <a:solidFill>
                  <a:srgbClr val="123A63"/>
                </a:solidFill>
                <a:latin typeface="Aptos"/>
              </a:rPr>
              <a:t> </a:t>
            </a:r>
            <a:r>
              <a:rPr sz="1800" b="1" i="0" dirty="0" err="1">
                <a:solidFill>
                  <a:srgbClr val="123A63"/>
                </a:solidFill>
                <a:latin typeface="Aptos"/>
              </a:rPr>
              <a:t>важно</a:t>
            </a:r>
            <a:endParaRPr sz="1800" b="1" i="0" dirty="0">
              <a:solidFill>
                <a:srgbClr val="123A63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28432" y="3411008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start — </a:t>
            </a:r>
            <a:r>
              <a:rPr sz="1800" b="0" i="0" dirty="0" err="1">
                <a:solidFill>
                  <a:srgbClr val="17212B"/>
                </a:solidFill>
                <a:latin typeface="Aptos"/>
              </a:rPr>
              <a:t>команда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12B"/>
                </a:solidFill>
                <a:latin typeface="Aptos"/>
              </a:rPr>
              <a:t>постоянного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12B"/>
                </a:solidFill>
                <a:latin typeface="Aptos"/>
              </a:rPr>
              <a:t>запуска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 REST API.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test </a:t>
            </a:r>
            <a:r>
              <a:rPr sz="1800" b="0" i="0" dirty="0" err="1">
                <a:solidFill>
                  <a:srgbClr val="17212B"/>
                </a:solidFill>
                <a:latin typeface="Aptos"/>
              </a:rPr>
              <a:t>остаётся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12B"/>
                </a:solidFill>
                <a:latin typeface="Aptos"/>
              </a:rPr>
              <a:t>для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 CI и </a:t>
            </a:r>
            <a:r>
              <a:rPr sz="1800" b="0" i="0" dirty="0" err="1">
                <a:solidFill>
                  <a:srgbClr val="17212B"/>
                </a:solidFill>
                <a:latin typeface="Aptos"/>
              </a:rPr>
              <a:t>локальной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12B"/>
                </a:solidFill>
                <a:latin typeface="Aptos"/>
              </a:rPr>
              <a:t>проверки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 dirty="0" err="1">
                <a:solidFill>
                  <a:srgbClr val="17212B"/>
                </a:solidFill>
                <a:latin typeface="Aptos"/>
              </a:rPr>
              <a:t>prisma:generate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12B"/>
                </a:solidFill>
                <a:latin typeface="Aptos"/>
              </a:rPr>
              <a:t>подготавливает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 Prisma Client.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 dirty="0" err="1">
                <a:solidFill>
                  <a:srgbClr val="17212B"/>
                </a:solidFill>
                <a:latin typeface="Aptos"/>
              </a:rPr>
              <a:t>db:deploy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12B"/>
                </a:solidFill>
                <a:latin typeface="Aptos"/>
              </a:rPr>
              <a:t>применяет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12B"/>
                </a:solidFill>
                <a:latin typeface="Aptos"/>
              </a:rPr>
              <a:t>уже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12B"/>
                </a:solidFill>
                <a:latin typeface="Aptos"/>
              </a:rPr>
              <a:t>созданные</a:t>
            </a:r>
            <a:r>
              <a:rPr sz="1800" b="0" i="0" dirty="0">
                <a:solidFill>
                  <a:srgbClr val="17212B"/>
                </a:solidFill>
                <a:latin typeface="Aptos"/>
              </a:rPr>
              <a:t> production migrations.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Deployment и Render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Node.js 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Production и development должны использовать совместимые версии Node.js.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В нашем учебном проекте остаёмся на Node.js 22.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Версию желательно фиксировать в настройках проекта или платформы.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Это уменьшает риск различий между локальной средой и deployment.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Deployment и Render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Фиксация Node.js 22 через package.json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JSON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{
  "engines": {
    "node": "22.x"
  }
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Deployment и Render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Production environment variables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NODE_ENV=production.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DATABASE_URL — connection string PostgreSQL.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JWT_SECRET — секрет подписи JWT.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CORS_ORIGIN — разрешённый frontend origin, если требуется.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Другие API keys и secrets задаются в Render Dashboard.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.env не загружаем в Git repository.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Deployment и Render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12B"/>
                </a:solidFill>
                <a:latin typeface="Aptos"/>
              </a:rPr>
              <a:t>Конфигурация без .env: Repository + Render Environment → Node.js process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952A240-7C2D-147B-9D86-45C8B2F6A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Проверка проекта перед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12B"/>
                </a:solidFill>
                <a:latin typeface="Aptos"/>
              </a:rPr>
              <a:t>Проект находится в Git repository.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12B"/>
                </a:solidFill>
                <a:latin typeface="Aptos"/>
              </a:rPr>
              <a:t>package-lock.json актуален.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12B"/>
                </a:solidFill>
                <a:latin typeface="Aptos"/>
              </a:rPr>
              <a:t>npm test проходит.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12B"/>
                </a:solidFill>
                <a:latin typeface="Aptos"/>
              </a:rPr>
              <a:t>npm start запускает API локально.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12B"/>
                </a:solidFill>
                <a:latin typeface="Aptos"/>
              </a:rPr>
              <a:t>server.js использует process.env.PORT.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12B"/>
                </a:solidFill>
                <a:latin typeface="Aptos"/>
              </a:rPr>
              <a:t>Prisma migrations находятся в prisma/migrations.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12B"/>
                </a:solidFill>
                <a:latin typeface="Aptos"/>
              </a:rPr>
              <a:t>.env добавлен в .gitignore.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12B"/>
                </a:solidFill>
                <a:latin typeface="Aptos"/>
              </a:rPr>
              <a:t>/health/live и /health/ready работают.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Deployment и Render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Что будет делать Render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Получит код из связанной Git-ветки.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Запустит Build Command.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Создаст новую версию сервиса.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Передаст environment variables.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Запустит Start Command.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Проверит доступность web service.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После успешного deploy предоставит публичный HTTPS URL.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Deployment и Render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12B"/>
                </a:solidFill>
                <a:latin typeface="Aptos"/>
              </a:rPr>
              <a:t>4. PostgreSQL и Prisma на Render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17181"/>
                </a:solidFill>
                <a:latin typeface="Aptos"/>
              </a:rPr>
              <a:t>Managed database, DATABASE_URL и migrations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Deployment и Render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Render Postgres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Render Postgres — управляемая PostgreSQL database, которую можно использовать отдельно от Web Service.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База создаётся как отдельный ресурс.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Имеет собственные credentials и connection URLs.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Web Service подключается через DATABASE_URL.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Для production не используем локальный localhost.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Deployment и Render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Internal URL и External URL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Internal Database URL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Для Render services в том же регионе.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Трафик идёт по private network.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Обычно ниже latency.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Предпочтительный вариант для Web Service.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External Database URL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Для подключения извне Render.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Например, локальный database client.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Трафик идёт через public network.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Используется только когда internal connection недоступен.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Deployment и Render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12B"/>
                </a:solidFill>
                <a:latin typeface="Aptos"/>
              </a:rPr>
              <a:t>Render private network: Web Service → Internal Database URL → PostgreSQL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02A4183-BB5C-48BF-68DF-B01CBD159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Почему сервис и БД размещаем в одном регионе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Можно использовать Internal Database URL.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Запросы к базе не выходят в публичную сеть.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Уменьшается network latency.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Архитектура становится проще для учебного проекта.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Deployment и Render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Prisma migrations в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prisma migrate deploy применяет уже созданные migrations и предназначен для staging/production сценариев.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Не создаёт новые migrations.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Не сбрасывает production database.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Не заменяет prisma generate.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Должен выполняться до работы версии приложения, которая ожидает новую схему.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Deployment и Render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Где запускать migrations на Render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Учебный простой вариант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Start Command: npm run db:deploy &amp;&amp; npm start.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Подходит для демонстрационного проекта.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migrate deploy безопасно повторно проверяет pending migrations.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Не требует отдельного pre-deploy шага.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Production-подход платформы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Pre-Deploy Command: npx prisma migrate deploy.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Выполняется до запуска новой версии.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Чище разделяет migration и runtime.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F7A8C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12B"/>
                </a:solidFill>
                <a:latin typeface="Aptos"/>
              </a:rPr>
              <a:t>Доступность функции зависит от плана Render.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Deployment и Render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12B"/>
                </a:solidFill>
                <a:latin typeface="Aptos"/>
              </a:rPr>
              <a:t>5. Развёртывание Internet Shop API на Render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17181"/>
                </a:solidFill>
                <a:latin typeface="Aptos"/>
              </a:rPr>
              <a:t>Git repository → PostgreSQL → Web Service → public URL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Deployment и Render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Шаг 1. Подготовить Git repository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Проверить branch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Используем main как deployment branch.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392070"/>
            <a:ext cx="420624" cy="420624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8918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Проверить lockfile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300630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package-lock.json должен быть в repository.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375964"/>
            <a:ext cx="420624" cy="420624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02812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Проверить migrations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84524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Каталог prisma/migrations должен быть закоммичен.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59859"/>
            <a:ext cx="420624" cy="420624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8670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Проверить secrets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268419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.env не должен находиться в repository.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5343753"/>
            <a:ext cx="420624" cy="420624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7060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Push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252313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Отправить актуальную версию проекта в GitHub.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Deployment и Render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Шаг 2. Создать Render Postgres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New PostgreSQL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Создать новую PostgreSQL database в Render Dashboard.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392070"/>
            <a:ext cx="420624" cy="420624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8918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Region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300630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Выбрать регион, который затем используем и для Web Service.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375964"/>
            <a:ext cx="420624" cy="420624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02812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Wait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84524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Дождаться создания database.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59859"/>
            <a:ext cx="420624" cy="420624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8670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Connect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268419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Открыть параметры подключения.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5343753"/>
            <a:ext cx="420624" cy="420624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7060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Internal URL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252313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Скопировать Internal Database URL для Web Service.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Deployment и Render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Шаг 3. Создать Web 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New Web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Создать публичный web service.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392070"/>
            <a:ext cx="420624" cy="420624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8918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Connect Git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300630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Подключить GitHub account и выбрать repository.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375964"/>
            <a:ext cx="420624" cy="420624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02812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Branch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84524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Выбрать main.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59859"/>
            <a:ext cx="420624" cy="420624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8670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268419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Выбрать Node.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5343753"/>
            <a:ext cx="420624" cy="420624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7060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Region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252313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Выбрать тот же регион, что у PostgreSQL.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Deployment и Render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Основные настройки Web 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0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0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Поле Render</a:t>
                      </a:r>
                    </a:p>
                  </a:txBody>
                  <a:tcPr marL="73152" marR="73152"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Значение для Internet Shop</a:t>
                      </a:r>
                    </a:p>
                  </a:txBody>
                  <a:tcPr marL="73152" marR="73152">
                    <a:solidFill>
                      <a:srgbClr val="123A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Language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Node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Branch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main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Build Command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npm ci &amp;&amp; npx prisma generate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Start Command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npm run db:deploy &amp;&amp; npm start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NODE_ENV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production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DATABASE_URL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Internal Database URL Render Postgres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JWT_SECRET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Отдельный production secret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Health Check Path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/health/ready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Deployment и Render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Build Command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npm ci &amp;&amp; npx prisma generate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Deployment и Render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Start Command для учебного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npm run db:deploy &amp;&amp; npm start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23A63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Сначала prisma migrate deploy проверяет и применяет pending migrations.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Если migration завершилась ошибкой, Node.js process не стартует.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После успешной migration запускается npm start.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Для более серьёзной production-среды migration лучше вынести в отдельный pre-deploy этап.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Deployment и Render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Шаг 4. Добавить Environment Variables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DATABASE_URL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Вставить Internal Database URL созданной PostgreSQL.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392070"/>
            <a:ext cx="420624" cy="420624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8918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NODE_ENV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300630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Задать production.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375964"/>
            <a:ext cx="420624" cy="420624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02812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JWT_SECRET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84524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Создать отдельное случайное production значение.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59859"/>
            <a:ext cx="420624" cy="420624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8670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CORS_ORIGIN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268419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Добавить только если API ограничивает origin frontend.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5343753"/>
            <a:ext cx="420624" cy="420624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7060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Save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252313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Сохранить variables и запустить deploy.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Deployment и Render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12B"/>
                </a:solidFill>
                <a:latin typeface="Aptos"/>
              </a:rPr>
              <a:t>Render deploy pipeline: GitHub → Build → Environment → Migrations → Start → Health Check → Public URL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11A208D-E378-8B11-4D27-AAF630235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Публичный URL REST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После успешного deploy Web Service получает onrender.com URL.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HTTPS предоставляется платформой.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К URL добавляем привычные маршруты API.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Например: /api/products, /api/auth/login, /health/live.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Frontend или Postman теперь обращаются не к localhost, а к public URL.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Deployment и Render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12B"/>
                </a:solidFill>
                <a:latin typeface="Aptos"/>
              </a:rPr>
              <a:t>6. Проверка, logs и автоматический redeploy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17181"/>
                </a:solidFill>
                <a:latin typeface="Aptos"/>
              </a:rPr>
              <a:t>Как убедиться, что опубликованный REST API действительно работает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Deployment и Render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Smoke test после первого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Liveness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Открыть /health/live и получить успешный ответ.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392070"/>
            <a:ext cx="420624" cy="420624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8918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Readiness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300630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Открыть /health/ready и проверить PostgreSQL connection.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375964"/>
            <a:ext cx="420624" cy="420624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02812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84524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Проверить публичный GET /api/products.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59859"/>
            <a:ext cx="420624" cy="420624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8670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Authentication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268419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Проверить login и получение JWT.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5343753"/>
            <a:ext cx="420624" cy="420624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7060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12B"/>
                </a:solidFill>
                <a:latin typeface="Aptos"/>
              </a:rPr>
              <a:t>Protected endpoint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252313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17181"/>
                </a:solidFill>
                <a:latin typeface="Aptos"/>
              </a:rPr>
              <a:t>Отправить запрос с Authorization header.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Deployment и Render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HTTP Health Check на Render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Render может отправлять GET-запрос на выбранный health path.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Успешным считается ответ 2xx или 3xx.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Для Internet Shop используем /health/ready.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Readiness может выполнить простую query к PostgreSQL.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Health check помогает платформе определить готовность новой версии.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Deployment и Render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Readiness endpoint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7A8C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app.get('/health/ready', async (req, res) =&gt; {
  try {
    await prisma.$queryRaw`SELECT 1`;
    res.status(200).json({ status: 'ready' });
  } catch (error) {
    res.status(503).json({ status: 'not_ready' });
  }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23A63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Endpoint проверяет не только Express, но и доступность database.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200 означает, что приложение готово обслуживать запросы.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503 означает, что зависимость недоступна.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Endpoint не должен раскрывать credentials или stack trace.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Deployment и Render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Logs в Render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Build logs показывают установку dependencies и prisma generate.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Deploy/start logs показывают migrations и запуск Node.js.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Runtime logs содержат console/Pino output приложения.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При ошибке сначала определяем этап: build, migration, start или runtime.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Logs позволяют диагностировать failure без доступа к ОС сервера.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Deployment и Render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Типичные ошибки первого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Симптом</a:t>
                      </a:r>
                    </a:p>
                  </a:txBody>
                  <a:tcPr marL="73152" marR="73152"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Причина</a:t>
                      </a:r>
                    </a:p>
                  </a:txBody>
                  <a:tcPr marL="73152" marR="73152"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Что проверить</a:t>
                      </a:r>
                    </a:p>
                  </a:txBody>
                  <a:tcPr marL="73152" marR="73152">
                    <a:solidFill>
                      <a:srgbClr val="123A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No open ports detected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Приложение не слушает ожидаемый port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process.env.PORT и host 0.0.0.0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Prisma connection error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Неверный DATABASE_URL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Internal URL, region, variable name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Migration failed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Проблема migration files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prisma/migrations и schema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Application exited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Ошибка Start Command или startup validation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Deploy logs и environment variables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401/403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API работает, но запрос не авторизован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JWT и Authorization header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621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CORS error в браузере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Неверный allowed origin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12B"/>
                          </a:solidFill>
                          <a:latin typeface="Aptos"/>
                        </a:rPr>
                        <a:t>CORS_ORIGIN и middleware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Deployment и Render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12B"/>
                </a:solidFill>
                <a:latin typeface="Aptos"/>
              </a:rPr>
              <a:t>Диагностика Render: build logs → migration logs → start logs → health check → runtime logs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4FC3AD2-23AC-63EB-DCBA-AA1DAE302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Auto-Deploy после push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Render связывает Web Service с конкретной Git-веткой.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По умолчанию изменения в связанной ветке могут автоматически запускать новый deploy.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Можно настроить deployment только после успешных CI checks.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12B"/>
                </a:solidFill>
                <a:latin typeface="Aptos"/>
              </a:rPr>
              <a:t>Это связывает прошлую лекцию о GitHub Actions с текущим deployment.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Deployment и Render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12B"/>
                </a:solidFill>
                <a:latin typeface="Aptos"/>
              </a:rPr>
              <a:t>CI + Render: git push → GitHub Actions PASS → Render deploy → health check → новая версия API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A70C921-2B96-35DD-C944-78C96B5E8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Практическая задача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195560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12B"/>
                </a:solidFill>
                <a:latin typeface="Aptos"/>
              </a:rPr>
              <a:t>Опубликовать Internet Shop REST API на Render и получить рабочий публичный HTTPS endpoint.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84832"/>
            <a:ext cx="4864607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23A63"/>
                </a:solidFill>
                <a:latin typeface="Aptos"/>
              </a:rPr>
              <a:t>Задание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542032"/>
            <a:ext cx="4937759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Создать Render Postgres.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Создать Web Service из GitHub repository.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Настроить Build Command и Start Command.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Передать DATABASE_URL, NODE_ENV и JWT_SECRET.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Включить health check /health/ready.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Проверить GET endpoint и authentication.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Найти deployment в Deploys и открыть logs.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2512" y="2084832"/>
            <a:ext cx="4864607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F7A8C"/>
                </a:solidFill>
                <a:latin typeface="Aptos"/>
              </a:rPr>
              <a:t>Критерии проверки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5936" y="2542032"/>
            <a:ext cx="4937759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REST API доступен по публичному HTTPS URL.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Prisma подключается к Render Postgres.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Migrations применены.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Health check проходит.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23A63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12B"/>
                </a:solidFill>
                <a:latin typeface="Aptos"/>
              </a:rPr>
              <a:t>После нового push выполняется новый deployment.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Deployment и Render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Проверка понимания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100584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>
                <a:solidFill>
                  <a:srgbClr val="17212B"/>
                </a:solidFill>
                <a:latin typeface="Aptos"/>
              </a:rPr>
              <a:t>Чем PaaS отличается от VPS с точки зрения управления инфраструктурой?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100584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>
                <a:solidFill>
                  <a:srgbClr val="17212B"/>
                </a:solidFill>
                <a:latin typeface="Aptos"/>
              </a:rPr>
              <a:t>Почему Express на Render должен использовать process.env.PORT?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100584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>
                <a:solidFill>
                  <a:srgbClr val="17212B"/>
                </a:solidFill>
                <a:latin typeface="Aptos"/>
              </a:rPr>
              <a:t>Какой Render Postgres URL предпочтителен для Web Service в том же регионе?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100584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>
                <a:solidFill>
                  <a:srgbClr val="17212B"/>
                </a:solidFill>
                <a:latin typeface="Aptos"/>
              </a:rPr>
              <a:t>Для чего используется prisma migrate deploy?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100584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>
                <a:solidFill>
                  <a:srgbClr val="17212B"/>
                </a:solidFill>
                <a:latin typeface="Aptos"/>
              </a:rPr>
              <a:t>Почему .env нельзя хранить в Git repository?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4590288"/>
            <a:ext cx="365760" cy="365760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562856"/>
            <a:ext cx="100584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>
                <a:solidFill>
                  <a:srgbClr val="17212B"/>
                </a:solidFill>
                <a:latin typeface="Aptos"/>
              </a:rPr>
              <a:t>Где искать причину, если deployment завершился failure?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Deployment и Render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12B"/>
                </a:solidFill>
                <a:latin typeface="Aptos"/>
              </a:rPr>
              <a:t>Итоги лекции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399032"/>
            <a:ext cx="438912" cy="438912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12B"/>
                </a:solidFill>
                <a:latin typeface="Aptos"/>
              </a:rPr>
              <a:t>Node.js REST API можно развёртывать на VPS, PaaS, container infrastructure и serverless platforms.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328062"/>
            <a:ext cx="438912" cy="438912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2806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12B"/>
                </a:solidFill>
                <a:latin typeface="Aptos"/>
              </a:rPr>
              <a:t>PaaS уменьшает объём ручного администрирования инфраструктуры.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257092"/>
            <a:ext cx="438912" cy="438912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5709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12B"/>
                </a:solidFill>
                <a:latin typeface="Aptos"/>
              </a:rPr>
              <a:t>Render Web Service получает код из Git repository и выполняет Build/Start commands.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186123"/>
            <a:ext cx="438912" cy="438912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18612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12B"/>
                </a:solidFill>
                <a:latin typeface="Aptos"/>
              </a:rPr>
              <a:t>Express должен слушать process.env.PORT на 0.0.0.0.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115153"/>
            <a:ext cx="438912" cy="438912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11515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12B"/>
                </a:solidFill>
                <a:latin typeface="Aptos"/>
              </a:rPr>
              <a:t>Render Postgres подключается через DATABASE_URL; внутри Render предпочтителен Internal Database URL.</a:t>
            </a:r>
          </a:p>
        </p:txBody>
      </p:sp>
      <p:sp>
        <p:nvSpPr>
          <p:cNvPr id="15" name="Oval 14"/>
          <p:cNvSpPr/>
          <p:nvPr/>
        </p:nvSpPr>
        <p:spPr>
          <a:xfrm>
            <a:off x="6199632" y="1399032"/>
            <a:ext cx="438912" cy="438912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1424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12B"/>
                </a:solidFill>
                <a:latin typeface="Aptos"/>
              </a:rPr>
              <a:t>Prisma Client генерируется при build, migrations применяются перед запуском новой версии.</a:t>
            </a:r>
          </a:p>
        </p:txBody>
      </p:sp>
      <p:sp>
        <p:nvSpPr>
          <p:cNvPr id="17" name="Oval 16"/>
          <p:cNvSpPr/>
          <p:nvPr/>
        </p:nvSpPr>
        <p:spPr>
          <a:xfrm>
            <a:off x="6199632" y="2560320"/>
            <a:ext cx="438912" cy="438912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1424" y="2560320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12B"/>
                </a:solidFill>
                <a:latin typeface="Aptos"/>
              </a:rPr>
              <a:t>Environment variables и secrets хранятся вне repository.</a:t>
            </a:r>
          </a:p>
        </p:txBody>
      </p:sp>
      <p:sp>
        <p:nvSpPr>
          <p:cNvPr id="19" name="Oval 18"/>
          <p:cNvSpPr/>
          <p:nvPr/>
        </p:nvSpPr>
        <p:spPr>
          <a:xfrm>
            <a:off x="6199632" y="3721608"/>
            <a:ext cx="438912" cy="438912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1424" y="3721608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12B"/>
                </a:solidFill>
                <a:latin typeface="Aptos"/>
              </a:rPr>
              <a:t>Health checks и logs позволяют проверить и диагностировать deployment.</a:t>
            </a:r>
          </a:p>
        </p:txBody>
      </p:sp>
      <p:sp>
        <p:nvSpPr>
          <p:cNvPr id="21" name="Oval 20"/>
          <p:cNvSpPr/>
          <p:nvPr/>
        </p:nvSpPr>
        <p:spPr>
          <a:xfrm>
            <a:off x="6199632" y="4882896"/>
            <a:ext cx="438912" cy="438912"/>
          </a:xfrm>
          <a:prstGeom prst="ellipse">
            <a:avLst/>
          </a:prstGeom>
          <a:solidFill>
            <a:srgbClr val="123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1424" y="4882896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12B"/>
                </a:solidFill>
                <a:latin typeface="Aptos"/>
              </a:rPr>
              <a:t>Следующая лекция: развёртывание того же REST API вручную на Linux-сервере.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17181"/>
                </a:solidFill>
                <a:latin typeface="Aptos"/>
              </a:rPr>
              <a:t>РО 4.5 • Node.js REST API • Deployment и Render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17181"/>
                </a:solidFill>
                <a:latin typeface="Aptos"/>
              </a:rPr>
              <a:t>59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3688</Words>
  <Application>Microsoft Office PowerPoint</Application>
  <PresentationFormat>Широкоэкранный</PresentationFormat>
  <Paragraphs>602</Paragraphs>
  <Slides>59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59</vt:i4>
      </vt:variant>
    </vt:vector>
  </HeadingPairs>
  <TitlesOfParts>
    <vt:vector size="64" baseType="lpstr">
      <vt:lpstr>Aptos</vt:lpstr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Способы развёртывания Node.js REST API и развёртывание на PaaS Render</dc:title>
  <dc:subject/>
  <dc:creator/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2026-09-23T13:24:06Z</dcterms:modified>
  <cp:category/>
</cp:coreProperties>
</file>