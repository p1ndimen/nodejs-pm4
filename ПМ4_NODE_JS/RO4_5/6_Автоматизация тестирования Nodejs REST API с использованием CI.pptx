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11" r:id="rId48"/>
    <p:sldId id="312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94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3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РО 4.5 • Лекция 6 • 2 часа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12B"/>
                </a:solidFill>
                <a:latin typeface="Aptos"/>
              </a:rPr>
              <a:t>Автоматизация тестирования Node.js REST API с использованием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GitHub Actions: от git push до автоматического запуска Jest и Supertest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Цели лекции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Понять назначение Continuous Integration в backend-разработке.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Разобрать базовые понятия GitHub Actions: workflow, event, job, runner, step, action.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Научиться автоматически устанавливать зависимости и запускать тесты Node.js-приложения.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Подключить генерацию Prisma Client и тестовую PostgreSQL для integration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Научиться читать результат CI и находить причину failed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123A63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12B"/>
                </a:solidFill>
                <a:latin typeface="Aptos"/>
              </a:rPr>
              <a:t>Главная идея: CI автоматически повторяет проверку проекта после изменений кода.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будем автоматизировать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10469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Получение кода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1508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GitHub Actions загружает текущую версию репозитория.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10469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1508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Runner получает нужную версию Node.js — в нашем курсе Node.js 22.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619756"/>
            <a:ext cx="5248655" cy="10469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282092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2747772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Зависимости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332988"/>
            <a:ext cx="4809744" cy="1508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npm ci устанавливает зависимости строго по package-lock.json.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2619756"/>
            <a:ext cx="5248655" cy="10469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2820924"/>
            <a:ext cx="256032" cy="25603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2747772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Prisma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332988"/>
            <a:ext cx="4809744" cy="1508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prisma generate создаёт Prisma Client.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86200"/>
            <a:ext cx="5248655" cy="10469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Тесты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599432"/>
            <a:ext cx="4809744" cy="1508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Jest и Supertest проверяют бизнес-логику и REST API.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1" y="3886200"/>
            <a:ext cx="5248655" cy="10469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0799" y="408736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1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Результат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599432"/>
            <a:ext cx="4809744" cy="1508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Workflow завершается статусом success или failure.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152644"/>
            <a:ext cx="5248655" cy="10469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50976" y="5353812"/>
            <a:ext cx="256032" cy="25603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98448" y="5280659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Важно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865876"/>
            <a:ext cx="4809744" cy="1508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CI не пишет тесты за разработчика — он автоматически запускает уже созданные тесты.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1. Что такое Continuous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Зачем backend-проекту автоматическая проверка после изменений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Ручная проверка и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Только вручную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Разработчик должен помнить все команды.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Тесты могут быть случайно пропущены.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Результат зависит от локального окружения.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Ошибка может попасть в main.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С Continuous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Проверки запускаются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Одинаковые шаги выполняются для каждого изменения.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Результат сохраняется в GitHub.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Failure виден до дальнейшего развёртывания.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Определение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Continuous Integration (CI) — практика, при которой изменения кода регулярно интегрируются в общий репозиторий и автоматически проверяются сборкой, тестами и другими заданными проверками.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CI запускается по событию: push, pull request или вручную.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Команды выполняются в отдельном временном окружении.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Каждый запуск имеет журнал выполнения.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Успех или ошибка фиксируются как статус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123A63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12B"/>
                </a:solidFill>
                <a:latin typeface="Aptos"/>
              </a:rPr>
              <a:t>В этой лекции CI = автоматическая проверка Node.js REST API, а не автоматический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CI и CD — не одно и то же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Получить код.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Установить зависимости.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Сгенерировать Prisma 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Запустить unit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Запустить integration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Подготовить release.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Развернуть приложение.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Обновить production.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Выполнить post-deploy проверки.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При необходимости выполнить rollback.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Путь изменения кода через CI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934F6C-1742-B469-A63D-9F3BEEC9C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CI даёт проекту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Раннее обнаружение ошибок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Ошибка обнаруживается сразу после отправки изменений.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Повторяемость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Для каждого commit выполняется одинаковая последовательность команд.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324307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Контроль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Перед объединением изменений можно видеть результат тестов.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3243072"/>
            <a:ext cx="256032" cy="25603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История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GitHub хранит историю запусков и logs.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30496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0976" y="4931664"/>
            <a:ext cx="256032" cy="25603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4858512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Когда CI особенно полезен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443728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CI особенно полезен, когда проект состоит из Router → Controller → Service → Repository → PostgreSQL.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будет делать наш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Checkout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Получить исходный код Internet Shop из GitHub.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Setup 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Подготовить Node.js 22 на GitHub runner.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npm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Установить зависимости по package-lock.json.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Prisma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Сгенерировать Prisma Client.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Database 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Подготовить тестовую PostgreSQL и применить migrations.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npm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Запустить Jest и Supertest и получить PASS или FAIL.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2. Основы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Workflow, event, job, runner, step и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Основные понятия GitHub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Workflow — автоматизированный процесс, описанный YAML-файлом.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Event — событие, которое запускает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Job — отдельное задание внутри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Runner — машина, на которой выполняется job.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Step — последовательный шаг внутри job.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Action — готовое повторно используемое действие, например checkout или setup-node.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Структура GitHub Actions: event → workflow → job → runner → steps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9183ED-DF57-10B2-F20C-14FE37D2F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Где хранится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internet-shop/
├─ .github/
│  └─ workflows/
│     └─ ci.yml
├─ src/
├─ tests/
├─ prisma/
├─ package.json
└─ package-lock.json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Когда запускать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name: CI
on:
  push:
    branches: [ main ]
  pull_request:
    branches: [ main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name задаёт понятное имя workflow в GitHub Actions.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push запускает CI после отправки изменений в ветку main.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pull_request запускает CI при проверке изменений перед слиянием с main.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Один workflow может реагировать сразу на несколько событий.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GitHub-hosted runner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Runner — вычислительное окружение, в котором GitHub Actions выполняет команды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Для учебного CI используем runs-on: ubuntu-latest.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Runner создаётся для запуска job и не является вашим локальным ПК.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Поэтому зависимости и Prisma Client необходимо подготовить заново.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Файлы локального .env автоматически на runner не передаются.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123A63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12B"/>
                </a:solidFill>
                <a:latin typeface="Aptos"/>
              </a:rPr>
              <a:t>Workflow должен содержать всё необходимое для воспроизводимой проверки проекта.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Job и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jobs:
  test:
    runs-on: ubuntu-latest
    steps:
      - name: Checkout repository
        uses: actions/checkout@v7
      - name: Show Node version
        run: node --version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jobs содержит задания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test — имя нашего job.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runs-on выбирает runner.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steps выполняются сверху вниз.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uses запускает готовое action.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run выполняет команду shell.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Подготовка Node.js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- name: Setup Node.js
  uses: actions/setup-node@v7
  with:
    node-version: '22'
    cache: 'npm'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setup-node устанавливает выбранную версию Node.js.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node-version: 22 соответствует окружению нашего курса.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cache: npm позволяет повторно использовать npm cache между запусками.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Кэш не заменяет npm ci: зависимости всё равно устанавливаются в рабочий каталог.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3. Первый CI workflow для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От YAML-файла до первого зелёного запуска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Минимальный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037844"/>
            <a:ext cx="10652760" cy="562813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name: Node.js CI
on:
  push:
    branches: [ main ]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pull_request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:
    branches: [ main ]
jobs:
  test:
    runs-on: ubuntu-latest
    steps:
      - uses: actions/checkout@v7
      - uses: actions/setup-node@v7
        with:
          node-version: '22'
          cache: '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
      - run: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ci
      - run: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Как выполняется минимальный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steps:
  - uses: actions/checkout@v7
  - uses: actions/setup-node@v7
    with:
      node-version: '22'
      cache: 'npm'
  - run: npm ci
  - run: npm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Сначала runner получает содержимое репозитория.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Затем настраивается Node.js 22.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npm ci устанавливает зависимости.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npm test запускает тестовый script из package.json.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Если команда возвращает ненулевой exit code, step и job получают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npm ci и npm install в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npm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Ориентирован на автоматизированные окружения.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Требует package-lock.json.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Устанавливает версии из lockfile.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Даёт более воспроизводимый результат.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npm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Обычная установка зависимостей для разработки.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Может изменять lockfile.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Уместен при добавлении и обновлении packages.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Не является основным выбором для нашего CI.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Как CI находит тесты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078992"/>
            <a:ext cx="11329121" cy="523036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JSON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{
  "scripts": {
    "test": "node --experimental-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vm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-modules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node_modules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/jest/bin/jest.js --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runInBand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0456" y="2744969"/>
            <a:ext cx="3611880" cy="343460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21624" y="2946137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3458201"/>
            <a:ext cx="3319272" cy="225196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GitHub Actions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не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знает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как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именно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тестировать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проект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Workflow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вызывает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npm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npm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читает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script test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из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package.json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Jest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запускает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тестовые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файлы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проекта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--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runInBand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выполняет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тесты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последовательно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что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удобно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для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12B"/>
                </a:solidFill>
                <a:latin typeface="Aptos"/>
              </a:rPr>
              <a:t>учебной</a:t>
            </a:r>
            <a:r>
              <a:rPr sz="1400" b="0" i="0" dirty="0">
                <a:solidFill>
                  <a:srgbClr val="17212B"/>
                </a:solidFill>
                <a:latin typeface="Aptos"/>
              </a:rPr>
              <a:t> test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Локальный запуск и GitHub runner: одинаковые команды, разные машины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239FD9-CD2C-C76F-9FDF-58E114031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проверить до отправки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package.json содержит рабочий script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package-lock.json добавлен в Git.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Все тестовые файлы сохранены в репозитории.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Тесты локально проходят командой npm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В проект не добавлен настоящий .env с паролями.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59028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6285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Путь .github/workflows/ci.yml написан без ошибок.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Первый запуск GitHub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Создать ci.yml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Добавить workflow в .github/workflows.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Зафиксировать workflow вместе с изменениями проекта.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Отправить commit в GitHub.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Открыть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Перейти во вкладку Actions репозитория.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Открыть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Просмотреть steps, logs и итоговый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Минимальный CI pipeline: push → checkout → Node.js → npm ci → npm test → PASS/FAIL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C814C36-D5C8-9B3C-6A25-45E061955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4. Автоматический запуск Jest и Supertest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Используем в CI тесты, которые уже разработаны на предыдущих занятиях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Какие тесты уже есть в проекте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Unit tests — Jest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Проверяют Service layer.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Используют expect и matchers.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Зависимости могут заменяться jest.fn().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Работают быстро и локально.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Integration tests — Supertest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Отправляют HTTP-запросы в Express app.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Проверяют status code и response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Проверяют middleware и маршрутизацию.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Некоторым тестам нужна test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Один npm script может запускать весь набор тестов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JSON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{
  "scripts": {
    "test": "node --experimental-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vm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-modules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node_modules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/jest/bin/jest.js --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runInBand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",
    "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test:watch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": "node --experimental-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vm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-modules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node_modules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/jest/bin/jest.js --watch"
  }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Важный принцип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Команды проверки в CI должны максимально совпадать с командами, которые разработчик может выполнить локально.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Локально: npm 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 GitHub Actions: npm 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создаём отдельную скрытую логику только для CI.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Если CI падает, разработчик должен иметь возможность воспроизвести проблему локально.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123A63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12B"/>
                </a:solidFill>
                <a:latin typeface="Aptos"/>
              </a:rPr>
              <a:t>Один проект — один понятный способ запуска тестов.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происходит при failed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FAIL tests/products.test.js
Expected: 200
Received: 500
Tests: 1 failed, 12 passed
Process completed with exit code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Jest сообщает, какой test завершился ошибкой.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В logs остаются expected и received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npm test возвращает exit code 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GitHub Actions помечает step, job и workflow как failed.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Требования к тестам для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Тесты не должны требовать ручного ввода.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Тесты не должны зависеть от файлов, которых нет в репозитории.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Не использовать production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Тестовые данные должны быть воспроизводимыми.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После тестов не должно оставаться состояния, влияющего на следующий тест.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59028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6285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Секреты не должны быть записаны прямо в test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Environment variables в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Локальный .env обычно находится в .gitignore и не попадает в GitHub.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Неопасные тестовые значения можно задать через env в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Чувствительные значения следует хранить в GitHub Secrets.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NODE_ENV=test помогает приложению выбрать тестовое поведение.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123A63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12B"/>
                </a:solidFill>
                <a:latin typeface="Aptos"/>
              </a:rPr>
              <a:t>Нельзя исправлять CI добавлением настоящего production .env в репозиторий.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env и secrets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Обычный env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Тестовое имя базы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NODE_ENV=test.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Неопасные параметры.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Задаются прямо в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GitHub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Пароли внешних сервисов.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API tokens.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Закрытые connection strings.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Не записываются открытым текстом в YAML.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Тестовые переменные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jobs:
  test:
    runs-on: ubuntu-latest
    env:
      NODE_ENV: test
      JWT_SECRET: ci-test-secret
    steps:
      - uses: actions/checkout@v7
      - run: npm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env на уровне job доступен всем steps этого job.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NODE_ENV сообщает приложению, что выполняются тесты.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Для учебного CI допустимо использовать искусственный JWT_SECRET.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Production secret сюда помещать нельзя.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CI как контрольная точка: tests passed → зелёный status, tests failed → остановка проверки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5D63F0-2251-54C7-5988-ADD9A8AC3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5. Prisma и PostgreSQL в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Как подготовить Prisma Client и временную test database для integration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в CI нужен prisma generate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Runner начинает работу с чистого окружения.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npm ci необходимо подготовить сгенерированный Prisma 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Команда npx prisma generate выполняется до тестов.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DATABASE_URL должен быть доступен, если конфигурация Prisma обращается к нему при загрузке.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123A63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12B"/>
                </a:solidFill>
                <a:latin typeface="Aptos"/>
              </a:rPr>
              <a:t>CI должен повторять технические шаги, необходимые приложению после чистой установки.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Добавляем Prisma Client в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- name: Install dependencies
  run: npm ci
- name: Generate Prisma Client
  run: npx prisma generate
- name: Run tests
  run: npm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Сначала устанавливаются npm dependencies.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Затем генерируется Prisma 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Только после подготовки приложения запускаются тесты.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Integration tests и база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Unit tests обычно не требуют реальной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Integration tests могут обращаться к Repository/Prisma.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Для CI нужна отдельная test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Production database использовать для тестов нельзя.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База должна быть доступна runner только на время проверки.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123A63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12B"/>
                </a:solidFill>
                <a:latin typeface="Aptos"/>
              </a:rPr>
              <a:t>Test database должна быть изолирована от development и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GitHub Actions + временная PostgreSQL: runner → Prisma → test database → Supertest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1CE5CF-B050-72A9-6074-52819685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Временная PostgreSQL service для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355906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services: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postgres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:
    image: postgres:17
    env:
      POSTGRES_USER: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postgres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
      POSTGRES_PASSWORD: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postgres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
      POSTGRES_DB: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shop_test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
    ports:
      - 5432:5432
    options: &gt;-
      --health-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cmd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="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pg_isready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-U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postgres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-d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shop_test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"
      --health-interval=10s
      --health-timeout=5s
      --health-retries=5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06882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8050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3186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GitHub Actions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создаёт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временную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PostgreSQL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для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job.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POSTGRES_DB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задаёт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отдельную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базу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shop_test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Port 5432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доступен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runner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через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localhost.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Health check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позволяет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дождаться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готовности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После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завершения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job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временная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служба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удаляется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автоматически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DATABASE_URL для test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1196386" cy="543153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env:
  NODE_ENV: test
  JWT_SECRET: ci-test-secret
  DATABASE_URL: postgresql://postgres:postgres@localhost:5432/shop_test?schema=public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30312" y="3058668"/>
            <a:ext cx="3611880" cy="36347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31480" y="3259836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 dirty="0" err="1">
                <a:solidFill>
                  <a:srgbClr val="123A63"/>
                </a:solidFill>
                <a:latin typeface="Aptos"/>
              </a:rPr>
              <a:t>Что</a:t>
            </a:r>
            <a:r>
              <a:rPr sz="1800" b="1" i="0" dirty="0">
                <a:solidFill>
                  <a:srgbClr val="123A63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123A63"/>
                </a:solidFill>
                <a:latin typeface="Aptos"/>
              </a:rPr>
              <a:t>важно</a:t>
            </a:r>
            <a:endParaRPr sz="1800" b="1" i="0" dirty="0">
              <a:solidFill>
                <a:srgbClr val="123A6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76616" y="3771900"/>
            <a:ext cx="3319272" cy="267791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localhost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используется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потому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что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job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выполняется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непосредственно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на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Ubuntu runner.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5432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опубликован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временной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PostgreSQL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shop_test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—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тестовая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база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созданная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специально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для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CI.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Эта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строка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не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указывает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на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production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Подготавливаем схему тестовой базы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- name: Generate Prisma Client
  run: npx prisma generate
- name: Apply test database migrations
  run: npx prisma migrate deploy
- name: Run Jest and Supertest
  run: npm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prisma generate создаёт клиент.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prisma migrate deploy применяет уже существующие migrations из репозитория.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После этого структура test database соответствует проекту.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npm test запускается только после подготовки схемы.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9657"/>
            <a:ext cx="10607040" cy="55399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 dirty="0" err="1">
                <a:solidFill>
                  <a:srgbClr val="17212B"/>
                </a:solidFill>
                <a:latin typeface="Aptos"/>
              </a:rPr>
              <a:t>Полный</a:t>
            </a:r>
            <a:r>
              <a:rPr sz="3000" b="1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12B"/>
                </a:solidFill>
                <a:latin typeface="Aptos"/>
              </a:rPr>
              <a:t>учебный</a:t>
            </a:r>
            <a:r>
              <a:rPr sz="3000" b="1" i="0" dirty="0">
                <a:solidFill>
                  <a:srgbClr val="17212B"/>
                </a:solidFill>
                <a:latin typeface="Aptos"/>
              </a:rPr>
              <a:t> workflow </a:t>
            </a:r>
            <a:r>
              <a:rPr sz="3000" b="1" i="0" dirty="0" err="1">
                <a:solidFill>
                  <a:srgbClr val="17212B"/>
                </a:solidFill>
                <a:latin typeface="Aptos"/>
              </a:rPr>
              <a:t>ci.yml</a:t>
            </a:r>
            <a:r>
              <a:rPr lang="ru-RU" sz="3000" b="1" i="0" dirty="0">
                <a:solidFill>
                  <a:srgbClr val="17212B"/>
                </a:solidFill>
                <a:latin typeface="Aptos"/>
              </a:rPr>
              <a:t> (ч.1)</a:t>
            </a:r>
            <a:endParaRPr sz="3000" b="1" i="0" dirty="0">
              <a:solidFill>
                <a:srgbClr val="17212B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name: Internet Shop CI
on:
  push:
    branches: [ main ]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pull_request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:
    branches: [ main ]
jobs:
  test:
    runs-on: ubuntu-latest
    env:
      NODE_ENV: test
      JWT_SECRET: ci-test-secret
      DATABASE_URL: postgresql://postgres:postgres@localhost:5432/shop_test?schema=public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9CC3D-3324-84FC-F184-B76DB369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A161826-8D56-8A44-6C66-81C2865B9B2D}"/>
              </a:ext>
            </a:extLst>
          </p:cNvPr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DBBDC-2188-70F9-073D-4B04E0052A3C}"/>
              </a:ext>
            </a:extLst>
          </p:cNvPr>
          <p:cNvSpPr txBox="1"/>
          <p:nvPr/>
        </p:nvSpPr>
        <p:spPr>
          <a:xfrm>
            <a:off x="658368" y="399657"/>
            <a:ext cx="10607040" cy="55399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r>
              <a:rPr sz="3000" b="1" i="0" dirty="0" err="1">
                <a:solidFill>
                  <a:srgbClr val="17212B"/>
                </a:solidFill>
                <a:latin typeface="Aptos"/>
              </a:rPr>
              <a:t>Полный</a:t>
            </a:r>
            <a:r>
              <a:rPr sz="3000" b="1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12B"/>
                </a:solidFill>
                <a:latin typeface="Aptos"/>
              </a:rPr>
              <a:t>учебный</a:t>
            </a:r>
            <a:r>
              <a:rPr sz="3000" b="1" i="0" dirty="0">
                <a:solidFill>
                  <a:srgbClr val="17212B"/>
                </a:solidFill>
                <a:latin typeface="Aptos"/>
              </a:rPr>
              <a:t> workflow </a:t>
            </a:r>
            <a:r>
              <a:rPr sz="3000" b="1" i="0" dirty="0" err="1">
                <a:solidFill>
                  <a:srgbClr val="17212B"/>
                </a:solidFill>
                <a:latin typeface="Aptos"/>
              </a:rPr>
              <a:t>ci.yml</a:t>
            </a:r>
            <a:r>
              <a:rPr lang="ru-RU" sz="3000" b="1" dirty="0">
                <a:solidFill>
                  <a:srgbClr val="17212B"/>
                </a:solidFill>
                <a:latin typeface="Aptos"/>
              </a:rPr>
              <a:t> (ч.2)</a:t>
            </a:r>
            <a:endParaRPr sz="3000" b="1" i="0" dirty="0">
              <a:solidFill>
                <a:srgbClr val="17212B"/>
              </a:solidFill>
              <a:latin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63692C-7A2B-866A-8274-5C554D7C3668}"/>
              </a:ext>
            </a:extLst>
          </p:cNvPr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445801-3FA5-31E3-1881-1CC6E706873A}"/>
              </a:ext>
            </a:extLst>
          </p:cNvPr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    services:
  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postgres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:
        image: postgres:17
        env:
          POSTGRES_USER: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postgres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          POSTGRES_PASSWORD: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postgres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          POSTGRES_DB: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shop_test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        ports:
          - 5432:5432
        options: &gt;-
          --health-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cmd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="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pg_isready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-U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postgres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-d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shop_test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
          --health-interval=10s
          --health-timeout=5s
          --health-retries=5
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C2B85-2A42-9C6A-2C3A-13F9A7F6EE2B}"/>
              </a:ext>
            </a:extLst>
          </p:cNvPr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BA303-F753-BA8D-061B-69A3EAC5139A}"/>
              </a:ext>
            </a:extLst>
          </p:cNvPr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2817416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17638-EAF3-9424-9560-14630DEA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53BA282-F9C0-8E7E-9D4C-E4EEE13E76D3}"/>
              </a:ext>
            </a:extLst>
          </p:cNvPr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496EB-EB57-49C2-C824-FEEBAE8F64B6}"/>
              </a:ext>
            </a:extLst>
          </p:cNvPr>
          <p:cNvSpPr txBox="1"/>
          <p:nvPr/>
        </p:nvSpPr>
        <p:spPr>
          <a:xfrm>
            <a:off x="658368" y="399657"/>
            <a:ext cx="10607040" cy="55399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r>
              <a:rPr sz="3000" b="1" i="0" dirty="0" err="1">
                <a:solidFill>
                  <a:srgbClr val="17212B"/>
                </a:solidFill>
                <a:latin typeface="Aptos"/>
              </a:rPr>
              <a:t>Полный</a:t>
            </a:r>
            <a:r>
              <a:rPr sz="3000" b="1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12B"/>
                </a:solidFill>
                <a:latin typeface="Aptos"/>
              </a:rPr>
              <a:t>учебный</a:t>
            </a:r>
            <a:r>
              <a:rPr sz="3000" b="1" i="0" dirty="0">
                <a:solidFill>
                  <a:srgbClr val="17212B"/>
                </a:solidFill>
                <a:latin typeface="Aptos"/>
              </a:rPr>
              <a:t> workflow </a:t>
            </a:r>
            <a:r>
              <a:rPr sz="3000" b="1" i="0" dirty="0" err="1">
                <a:solidFill>
                  <a:srgbClr val="17212B"/>
                </a:solidFill>
                <a:latin typeface="Aptos"/>
              </a:rPr>
              <a:t>ci.yml</a:t>
            </a:r>
            <a:r>
              <a:rPr lang="ru-RU" sz="3000" b="1" dirty="0">
                <a:solidFill>
                  <a:srgbClr val="17212B"/>
                </a:solidFill>
                <a:latin typeface="Aptos"/>
              </a:rPr>
              <a:t> (ч.3)</a:t>
            </a:r>
            <a:endParaRPr sz="3000" b="1" i="0" dirty="0">
              <a:solidFill>
                <a:srgbClr val="17212B"/>
              </a:solidFill>
              <a:latin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668F6A-BD14-BF9B-E1C6-C0D5EEB34154}"/>
              </a:ext>
            </a:extLst>
          </p:cNvPr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C7B38D-F74E-39D0-EDEC-BD94EB21E351}"/>
              </a:ext>
            </a:extLst>
          </p:cNvPr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YAML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    steps:
      - name: Checkout repository
        uses: actions/checkout@v7
      - name: Setup Node.js
        uses: actions/setup-node@v7
        with:
          node-version: '22'
          cache: '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'
      - name: Install dependencies
        run: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ci
      - name: Generate Prisma Client
        run: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npx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generate
      - name: Apply database migrations
        run: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npx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migrate deploy
      - name: Run tests
        run: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C9D75-F03A-4061-468D-335FC015ACE4}"/>
              </a:ext>
            </a:extLst>
          </p:cNvPr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063A0-D0F0-9F2C-1C98-3C7AB9963F49}"/>
              </a:ext>
            </a:extLst>
          </p:cNvPr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8206491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Как читать полный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push или pull request для main запускает workflow.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GitHub создаёт Ubuntu runner.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Создаётся временная test database.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Checkout и setup-node подготавливают проект и Node.js 22.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Application 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npm ci, prisma generate и prisma migrate deploy готовят приложение.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npm test запускает Jest и Supertest и определяет итоговый status.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6. Результаты CI и диагностика ошибок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Как понять, почему workflow завершился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GitHub Actions: workflow → job → step → logs → причина ошибки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83E37A-5D06-6390-24D5-A8FA6C268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Типичные причины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911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Симптом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Вероятная причина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проверить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npm ci failed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Нет или неактуален package-lock.json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package.json и package-lock.json должны соответствовать друг другу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prisma generate failed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Ошибка Prisma config или environment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DATABASE_URL и prisma.config.ts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Database connection refused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PostgreSQL ещё не готова или неверный URL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service health check, localhost, port 5432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Migration failed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Проблема migration files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prisma/migrations и состояние test database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Jest failed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Ошибка кода или теста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Первый failed test и stack trace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Supertest получает 500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Ошибка API во время запроса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server logs, error middleware, test data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Алгоритм диагностики failed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Найти красный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Не начинать анализ со всего workflow сразу.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Открыть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Найти первое содержательное сообщение об ошибке.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Определить слой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Dependencies, Prisma, database, Jest или API.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Воспроизвести локально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Запустить ту же команду на локальном проекте.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Исправить причину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Не маскировать ошибку отключением test.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Commit и 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Новый push запускает CI повторно.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Практическая мини-задача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Workflow завершился failure на шаге Run tests: один Supertest-тест ожидал 200, но получил 401.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Определите, на каком уровне находится проблема: установка зависимостей, Prisma, database или HTTP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Проверьте, требуется ли Authorization header для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Сравните локальный запуск того же теста.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Исправьте test setup или код приложения в зависимости от причины.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F7A8C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Студент не перезапускает workflow наугад.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Находит конкретный failed step.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Использует logs и воспроизводит ошибку локально.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После исправления новый CI run получает success.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понимания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Что запускает workflow: event, runner или package-lock.json?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Почему в CI для Node.js-проекта предпочтителен npm ci?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Что произойдёт с workflow, если npm test завершится с exit code 1?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Зачем выполнять prisma generate на чистом runner?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Почему integration tests нельзя запускать против production database?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Диагностика CI: failed workflow → failed step → logs → локальное воспроизведение → fix → новый push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57C3E5-16F0-7FF8-088E-9E77ECC12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Итоги лекции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CI автоматически проверяет изменения проекта и не заменяет написание тестов.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GitHub Actions описывается YAML-файлами в .github/workflows.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Базовый Node.js CI: checkout → setup-node → npm ci → npm test.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Для проекта с Prisma выполняем prisma generate перед тестами.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Integration tests должны использовать отдельную test database.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GitHub Actions может подготовить временную PostgreSQL на время job.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Failure анализируем по конкретному step и его logs.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Следующая тема: способы развёртывания Node.js REST API и публикация на PaaS Render.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CI и 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4246</Words>
  <Application>Microsoft Office PowerPoint</Application>
  <PresentationFormat>Широкоэкранный</PresentationFormat>
  <Paragraphs>536</Paragraphs>
  <Slides>57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57</vt:i4>
      </vt:variant>
    </vt:vector>
  </HeadingPairs>
  <TitlesOfParts>
    <vt:vector size="62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Автоматизация тестирования Node.js REST API с использованием CI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2026-09-23T12:58:30Z</dcterms:modified>
  <cp:category/>
</cp:coreProperties>
</file>