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24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29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4.5. Тестирование, контейнеризация и развёртывание готового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Интеграционное тестирование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Supertest, Express app, HTTP assertions, Authentication и test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назначение integration tests для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Отделять Express app от app.listen()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Supertest для HTTP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status, headers и JSON body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Тестировать GET, POST, PATCH и DELETE 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Передавать Authorization: Bearer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отдельную test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Подготавливать и очищать test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unit и integration tests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Строить повторяемый API test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Что проверяет integration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HTTP pipeline Express целиком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Supertest и Express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request(app) без постоянного app.listen()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HTTP assertions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status, headers, body и ошибки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Authentication и protected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JWT и Authorization header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Test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setup, cleanup и isolation данных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Что проверяет integration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Integration test проверяет совместную работу нескольких слоёв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От unit к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Unit test изолирует одну функцию или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Integration test объединяет реальные компоненты.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REST API это HTTP request, middleware, Router, Controller и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подключена test database, проверяется и слой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Цель — убедиться, что компоненты правильно взаимодействуют друг с другом.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Unit test и Integration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Unit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Один модуль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Mocks/Fakes допустимы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Очень быстрый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проверяет HTTP pipeline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Легче локализовать failure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Integration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Несколько реальных компонентов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взаимодействие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Медленнее unit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HTTP contract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Failure может быть между слоями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проверим в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GET /api/products возвращает список.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GET /api/products/:id возвращает ресурс или 404.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 /api/products создаёт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PATCH /api/products/:id изменяет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DELETE /api/products/:id удаляет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Protected endpoint требует Bearer JWT.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Validation возвращает 400 для invalid input.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Integration test: Supertest → Express middleware → Router → Controller → Service → DB → JSON response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70B960-7E07-9428-4930-6685F76AE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API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API contract — ожидаемое внешнее поведение endpoint: HTTP method, URL, status code, headers и структура response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Integration tests фиксируют HTTP contract.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Изменение внутренней реализации допустимо, пока contract сохранён.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делает tests менее связанными с внутренними деталями Controller/Service.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НЕ надо проверять в каждом integration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Внутренние private variables.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Конкретную последовательность внутренних функций, если это не часть contract.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Каждую строку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Реализацию сторонней библиотеки.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То, что уже надёжно покрыто unit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Supertest и Express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Supertest позволяет отправлять HTTP requests прямо в Express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Supertest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Supertest — библиотека для HTTP assertions в Node.js, которая умеет тестировать HTTP server или Express application.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Устанавливается как dev dependency.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Работает вместе с Jest.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request(app) формирует HTTP request.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server ещё не слушает port, Supertest создаёт временный server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Постоянный port для test обычно не нужен.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Установка Supertest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install --save-dev supertest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app.listen() нужно отделить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app.js должен конфигурировать и экспортировать Express application.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server.js должен только запускать app.listen().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Tests импортируют app.js.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Production запускает server.js.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позволяет тестировать приложение без занятого постоянного 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app.js экспортирует Express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351776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import express from "express";
import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productRoutes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from "./routes/productRoutes.js";
export const app = express();
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app.use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express.json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());
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app.use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("/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/products",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productRoutes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47888" y="1244985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49056" y="1446153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958217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app настраивается, но не запускает listener.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Этот объект можно передать в Supertest.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server.js запускает приложение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{ app } from "./app.js";
const PORT = process.env.PORT ?? 3000;
app.listen(PORT, () =&gt; {
  console.log(`Server started on port ${PORT}`);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app.js vs server.js: тесты импортируют app, production запускает listen()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C49685-4ABD-35FF-204A-2840748F8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Первый Supertest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261872"/>
            <a:ext cx="7339977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import request from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supertest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";
import { describe, expect, test } from "@jest/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globals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";
import { app } from "../../app.js";
describe("GET 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/products", () =&gt; {
  test("returns products", async () =&gt; {
    const response = await request(app)
      .get("/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/products");
    expect(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response.status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).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toBe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(200);
    expect(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Array.isArray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response.body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)).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toBe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(true);
  });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44649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45817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90953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request(app)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создаёт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HTTP client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get()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задаёт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method и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response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status, headers и parsed body.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реально проходит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express.json() и другие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CORS/Helmet, если они подключены.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Router matching.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Validation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Authentication/Authorization.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 и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Repository/Prisma, если используется test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request(app) → временный HTTP server → Express app → response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FBEEA27-7C5E-E1FC-3164-526954FD1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HTTP assertions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Integration test проверяет внешний HTTP результат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проверять в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Часть response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 проверки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expect(response.status).toBe(200)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Content-Type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expect(response.headers["content-type"]).toMatch(/json/)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Body object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expect(response.body).toEqual(...)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Array length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expect(response.body).toHaveLength(2)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expect(response.body.id).toBe(15)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Error message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expect(response.body.error).toBe("Product not found")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status и Content-Type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response = await request(app)
  .get("/api/products");
expect(response.status).toBe(200);
expect(response.headers["content-type"])
  .toMatch(/json/);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GET /:id — успешный сценарий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response = await request(app)
  .get("/api/products/15");
expect(response.status).toBe(200);
expect(response.body).toEqual(
  expect.objectContaining({
    id: 15,
    name: expect.any(String),
    price: expect.any(Number)
  })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objectContaining проверяет важную часть contract.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expect.any() проверяет тип без привязки к конкретному значению.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GET /:id — 404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response = await request(app)
  .get("/api/products/999999");
expect(response.status).toBe(404);
expect(response.body).toEqual({
  error: "Product not found"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Один endpoint, разные scenarios: 200 success → 400 validation → 404 not found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B7D93E-E425-1574-0183-52888D088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POST request через .send()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response = await request(app)
  .post("/api/products")
  .send({
    name: "USB Hub",
    price: 12000,
    categoryId: 1,
    inStock: true
  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send() передаёт request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Supertest формирует JSON request.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Далее Express parsing и validation работают как в приложении.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созданного ресурса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Ожидаемый status — 201 Created.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Response должен содержать id нового ресурса.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Поля response должны соответствовать request и business rules.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test database можно дополнительно проверить, что запись действительно появилась.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Validation test — 400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response = await request(app)
  .post("/api/products")
  .send({
    name: "X",
    price: 0,
    categoryId: 1
  });
expect(response.status).toBe(400);
expect(response.body.error)
  .toBe("Validation failed");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Authentication и protected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Protected API нужно тестировать и без token, и с валидным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Три базовых auth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Без token → 401 Unauthorized.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Валидный user token, но нет роли → 403 Forbidden.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Валидный admin token → endpoint выполняется.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Integration test проверяет реальную цепочку requireAuth → requireRole → Controller.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Authorization header в Supertest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response = await request(app)
  .post("/api/products")
  .set("Authorization", `Bearer ${adminToken}`)
  .send(productData);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Protected endpoint test: no token → 401; user token → 403; admin token → 201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3130D74-33F2-DB1F-FB8C-8B2D3D660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Откуда взять token в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Вариант 1: выполнить login request в setup и получить настоящий JWT.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Вариант 2: создать test user и подписать JWT тем же utility, что использует приложение.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Первый вариант проверяет больше компонентов.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Второй быстрее и удобнее для узких endpoint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Важно использовать test secret, не production secret.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Получение token через login endpoint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loginResponse = await request(app)
  .post("/api/auth/login")
  .send({
    email: "admin@test.local",
    password: "TestPassword123!"
  });
const adminToken = loginResponse.body.accessToken;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Такой setup проверяет реальный auth flow.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Test user должен существовать в test database.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проверить для protected POST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401 без Authorization header.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401 для invalid/expired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403 для недостаточной role.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201 для admin.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Созданный Product действительно существует в test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Test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Integration tests не должны использовать development или production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Отдельная DATABASE_URL_TEST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Integration tests используют отдельную базу.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 database можно очищать между suites.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Migration schema должна соответствовать приложению.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Production credentials не должны попадать в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 data должно быть искусственным и воспроизводимым.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 .env.test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TEXT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NODE_ENV=test
DATABASE_URL=postgresql://shop_test:college123@localhost:5432/shop_test
JWT_SECRET=test-only-secret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Development DB отдельно, Test DB отдельно: один schema contract, разные данные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F494E9-46E1-552B-ACD5-1CC563984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Setup и cleanup test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beforeAll — подготовить общий environment.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beforeEach — создать данные для конкретного 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afterEach — удалить изменённые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afterAll — закрыть соединения/resources.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Tests не должны зависеть от порядка выполнения.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Очистка таблиц перед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beforeEach(async () =&gt; {
  await prisma.orderItem.deleteMany();
  await prisma.order.deleteMany();
  await prisma.product.deleteMany();
  await prisma.category.deleteMany();
  await prisma.category.create({
    data: { id: 1, name: "Accessories" }
  });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Удаление выполняется в порядке, учитывающем FK.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Каждый test получает известное состояние.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Для больших suites удобно вынести seed helper.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Isolation и параллельный запуск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Несколько test files могут работать параллельно.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Общая DB может создавать collisions между suites.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Учебный вариант — запуск integration suite последовательно.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Production CI может использовать отдельные schemas/databases на worker.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Важно, чтобы test data не конфликтовала.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Integration test lifecycle: setup DB → request → assertions → cleanup → next test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7701B0-7D27-0FF2-3BFD-4825D1DBB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Integration test не равен E2E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Integration test может запускать только backend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browser не участвует.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Некоторые внешние сервисы могут быть заменены fake/test implementations.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E2E обычно проверяет ещё более широкий пользовательский поток.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Граница зависит от архитектуры, но термин должен быть определён в проекте явно.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Product API integration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Написать integration tests для Product REST API через Supertest.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GET /api/products → 200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GET /api/products/:id → 200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GET неизвестного id → 404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POST без token → 401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POST с user token → 403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POST с admin token → 201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POST invalid body → 400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PATCH Product → 200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DELETE Product → 204 или принятый в проекте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Tests используют request(app)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app.listen() в tests не запускается вручную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Используется отдельная test database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Данные очищаются между tests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Проверяются status и JSON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Чем integration test отличается от unit test?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Для чего нужен Supertest?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Почему app.listen() лучше вынести в отдельный server.js?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Что возвращает request(app)?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Какие части HTTP response нужно проверять?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Как Supertest передаёт JSON body?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Как добавить Bearer token?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Почему нельзя использовать production database?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Для чего нужны beforeEach/afterEach?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Чем integration test отличается от E2E?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Integration tests проверяют совместную работу нескольких слоёв.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Supertest отправляет HTTP requests прямо в Express app.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app.js должен быть отделён от server.js/app.listen().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Проверяйте status, headers и body.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Тестируйте success, validation и not found scenarios.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Protected endpoints требуют tests для 401, 403 и успешного доступа.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Integration suite должен использовать отдельную test database.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Setup/cleanup обеспечивают isolation.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Tests должны быть повторяемыми и не зависеть от порядка запуска.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Следующий уровень — debugging, logging и диагностика failures.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REST API Integration Testing • Supertest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2912</Words>
  <Application>Microsoft Office PowerPoint</Application>
  <PresentationFormat>Широкоэкранный</PresentationFormat>
  <Paragraphs>379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Интеграционное тестирование REST API</dc:title>
  <dc:subject>Supertest, Express app, HTTP assertions, JWT и test database</dc:subject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2026-09-23T10:26:52Z</dcterms:modified>
  <cp:category/>
</cp:coreProperties>
</file>