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35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4.5. Тестирование, контейнеризация и развёртывание готового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Подготовка приложения к Production-окружению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Конфигурация, health checks, graceful shutdown, reverse proxy и production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различия development и production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Хранить конфигурацию вне исходного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обязательные environment variables при startup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Настраивать NODE_ENV=production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Разделять app.js и server.js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Реализовывать liveness и readiness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Корректно обрабатывать SIGTERM/SIGINT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Закрывать HTTP server и Prisma connections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роль reverse proxy и trust proxy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Проводить production-readiness checklist перед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Production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Environment variables, secrets и startup validation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Startup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app.js, server.js и fail fast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Health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Liveness и readiness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Graceful shutdown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SIGTERM/SIGINT, HTTP server и Prisma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Работа за reverse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HTTPS termination, trust proxy и production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Production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Production-приложение должно получать configuration из environment, а не из исходного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Development и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Development оптимизирован для удобства разработки и диагностики.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Production ориентирован на безопасность, стабильность и предсказуемость.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Подробные stack traces полезны разработчику, но опасны для внешнего клиента.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Локальный .env удобен в development, но production secrets должны управляться отдельно.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и тот же код приложения должен запускаться с разной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Development vs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Verbose logs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Локальный .env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Hot reload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Debugging tools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Тестовые данные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NODE_ENV=production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Managed secrets/environment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Structured logs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Health checks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Graceful shutdown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относится к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DATABASE_URL.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JWT_SECRET.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CORS allowed origin.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LOG_LEVEL.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Trust proxy policy.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Service URLs внешних систем.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Feature flags — если проект их использует.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Один код → разные environments: development / test / production через environment variables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ADC7C5-9B45-C6FD-99BF-E9612E232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Secrets нельзя хранить в репозитории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secret не должен быть literal в JavaScript-файле.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DATABASE_URL может содержать пароль.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Production .env не должен попадать в Git.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выводите secrets в startup logs.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deployment secrets обычно задаёт ОС, process manager, container platform или secret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production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NODE_ENV=production
PORT=3000
DATABASE_URL=postgresql://app_user:***@db:5432/shop
JWT_SECRET=***
LOG_LEVEL=info
CORS_ORIGIN=https://shop.example.com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process.env возвращает строки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PORT нужно явно преобразовать в Number.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Boolean-like values нужно разбирать явно.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Отсутствующая переменная даёт undefined.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Ошибку configuration лучше обнаружить при startup, а не при первом HTTP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requiredEnv() — fail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8813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requiredEnv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(name) {
  const value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process.env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[name];
  if (!value) {
    throw new Error(`Missing required environment variable: ${name}`);
  }
  return value;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9832" y="3282844"/>
            <a:ext cx="3611880" cy="29085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54696" y="3451123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2" y="3963187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Функция проверяет обязательную variable сразу при startup.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Приложение не запускается в полу-настроенном состоянии.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config/env.js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const env = {
  nodeEnv: process.env.NODE_ENV ?? "development",
  port: Number(process.env.PORT ?? 3000),
  databaseUrl: requiredEnv("DATABASE_URL"),
  jwtSecret: requiredEnv("JWT_SECRET"),
  corsOrigin: requiredEnv("CORS_ORIGIN"),
  logLevel: process.env.LOG_LEVEL ?? "info"
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Проверяйте типы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Number.isInteger(env.port).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PORT должен быть в допустимом диапазоне.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CORS_ORIGIN должен быть ожидаемым URL/origin.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NODE_ENV должен иметь известное 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Ошибка configuration должна быть понятной и завершать startup.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Startup validation: environment → parse → validate → config object → start или fail fast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866312-7D41-EC8A-02E3-418FC4246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Startup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Создание Express app и запуск HTTP server — разные обязанности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app.js и server.js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app.js создаёт Express application и middleware/routes.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server.js загружает configuration и запускает HTTP listener.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Tests импортируют app без постоянного listener.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Production entry point — server.js.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Такую архитектуру уже использовали в Supertest integration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app.js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express from "express";
import { productRoutes } from "./routes/productRoutes.js";
export const app = express();
app.disable("x-powered-by");
app.use(express.json({ limit: "100kb" }));
app.use("/api/products", productRoutes);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server.js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import { app } from "./app.js";
import { env } from "./config/env.js";
import { logger } from "./config/logger.js";
export const server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app.listen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env.port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 () =&gt; {
  logger.info({
    port: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env.port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nodeEnv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env.nodeEnv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  }, "HTTP server started");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Если config/env.js выбросит error, listener не стартует.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Startup log не содержит secret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NODE_ENV=production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рекомендует устанавливать NODE_ENV=production в 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Environment-specific code можно выбирать через process.env.NODE_ENV.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используйте NODE_ENV как замену полноценной validation configuration.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Production behavior должен быть явным и проверяемым.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Startup failure — это полезно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Нет DATABASE_URL → лучше завершить startup.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Некорректный PORT → лучше завершить startup.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Нет JWT_SECRET → нельзя принимать login requests.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Fail fast быстрее обнаруживается process manager/container platform.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Полуживой процесс сложнее диагностировать и опаснее эксплуатировать.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Production startup: config validation → connect dependencies → listen → ready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FB170E-31C5-7B9D-9A82-80D3056B7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Health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Внешняя система должна понимать: процесс жив и готов ли он обслуживать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Liveness и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Liveness: процесс приложения работает.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Readiness: instance готов принимать traffic.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Readiness может учитывать критические dependencies.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смешивайте эти две проверки в один смысл.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Health endpoints должны быть быстрыми и предсказуемыми.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Liveness vs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Liveness /health/live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сам процесс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Обычно не делает тяжёлых DB queries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200 означает: процесс жив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Используется для restart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Readiness /health/ready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Проверяет готовность обслуживать requests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Может проверить DB connection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503 означает: временно не направлять traffic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Используется load balancer/orchestrator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Liveness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app.get("/health/live", (req, res) =&gt; {
  res.status(200).json({
    status: "ok"
  });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Readiness endpoint с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app.get("/health/ready", async (req, res) =&gt; {
  try {
    await prisma.$queryRaw`SELECT 1`;
    res.status(200).json({
      status: "ready"
    });
  } catch (error) {
    res.status(503).json({
      status: "not_ready"
    });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Readiness проверяет критическую dependency —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 проблеме instance жив, но traffic принимать не должен.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не стоит возвращать из health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DATABASE_URL.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secret.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Stack trace.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Полную configuration.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Внутренние credentials.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Подробности, которые не нужны health checker.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Health model: liveness = process alive; readiness = app + critical dependencies ready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D94112-BF8F-3D27-4ABE-E1CA3131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Graceful shutdown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Production instance должен корректно завершать текущую работу перед остановкой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graceful shutdown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Перестать принимать новые connections/requests.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Дать активным requests завершиться.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Закрыть HTTP server.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Закрыть database connections.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Записать финальные logs.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Завершить process после cleanup.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SIGTERM и SIGINT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SIGTERM обычно используется process manager/container platform для корректной остановки.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SIGINT часто приходит из terminal через Ctrl+C.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Node.js позволяет установить signal handlers.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установки собственного handler нужно самим организовать завершение процесса.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Signal handlers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process.once("SIGTERM", () =&gt; {
  shutdown("SIGTERM");
});
process.once("SIGINT", () =&gt; {
  shutdown("SIGINT");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Graceful shutdown HTTP + Prisma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8453186" cy="5166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let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shuttingDown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false;
async function shutdown(signal) {
  if 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shuttingDown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 return;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shuttingDown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true;
  logger.info({ signal }, "Shutdown started");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server.close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(async (error) =&gt; {
    if (error) {
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logger.error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 err: error }, "HTTP server close failed");
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process.exitCode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1;
      return;
    }
   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prisma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.$disconnect();
    logger.info("Shutdown completed");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30312" y="905256"/>
            <a:ext cx="3611880" cy="3311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31480" y="1106424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6616" y="1618488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server.close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перестаёт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принимать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новые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connections и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ждёт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завершения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активных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requests.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закрытия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HTTP server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отключаем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Prisma.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Shutdown timeout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Активный request может зависнуть.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Нужен максимальный срок ожидания shutdown.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timeout можно принудительно закрыть connections.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Принудительное завершение — fallback, а не основной путь.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Timeout должен быть согласован с инфраструктурой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Graceful shutdown: SIGTERM → stop new traffic → finish requests → close HTTP → disconnect Prisma → exit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745039-58FE-C04F-57DD-D07F7492A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Fallback timeout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forceTimer = setTimeout(() =&gt; {
  logger.fatal("Graceful shutdown timeout");
  server.closeAllConnections();
  process.exit(1);
}, 10000);
forceTimer.unref();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продолжайте работу после критического состояния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Uncaught failure может оставить неизвестное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Запишите error и завершите process.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Надёжный process manager/container должен перезапустить instance.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пытайтесь бесконечно продолжать работу после фатальной ошибки.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Главная защита — tests, error handling и автоматический restart.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Работа за reverse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В production Express часто работает не напрямую с Internet, а за Nginx/load balancer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Reverse proxy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Принимает внешний HTTP/HTTPS traffic.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Может завершать TLS/HTTPS.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Может выполнять compression и caching.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Может распределять traffic между несколькими instances.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Передаёт запрос дальше в Node.js/Express.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trust proxy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по умолчанию не доверяет X-Forwarded-* 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 известным reverse proxy можно настроить app.set("trust proxy", ...).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Настройка влияет на req.ip, req.ips, req.hostname и req.protocol.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Нельзя бездумно ставить trust proxy=true в любой topology.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Policy должна соответствовать реальному числу/адресам proxy hops.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trust proxy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if (env.nodeEnv === "production") {
  app.set("trust proxy", 1);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Production request path: Client HTTPS → reverse proxy → Express →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CE0A1D-9093-B9DB-47D7-6F42A3F5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Production-safe error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4xx может содержать безопасное описание клиентской ошибки.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Unexpected 5xx не должен возвращать stack trace.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Server log сохраняет техническую Error information.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Response может возвращать requestId для поддержки.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раскрывайте filesystem paths и database internals.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Production readiness: что проверить до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NODE_ENV=production.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Все required environment variables присутствуют.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Secrets не находятся в Git.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Health endpoints работают.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Graceful shutdown проверен.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Tests проходят.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Production logs structured и безопасны.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CORS/Helmet/rate limits настроены.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Reverse proxy/trust proxy соответствует topology.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Database migrations подготовлены отдельно от runtime startup.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production-readiness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Подготовить Internet Shop API к безопасному запуску в production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config/env.js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required variables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/health/live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/health/ready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SIGTERM/SIGINT shutdown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Закрывать Prisma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shutdown timeout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Настроить NODE_ENV=production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trust proxy policy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Запустить integration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Приложение fail-fast при отсутствии secret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Health endpoints имеют ожидаемые 200/503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Ctrl+C завершает server корректно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Secrets не выводятся в logs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Integration tests остаются зелёными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Production readiness gate: config → tests → health → shutdown → security → ready to deploy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0235A0-BDF7-8494-D729-C80DFF5AB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Production configuration хранится вне исходного кода.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Required variables нужно проверять при startup.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NODE_ENV устанавливается в production.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app.js отделяется от server.js.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Liveness проверяет жизнь процесса, readiness — готовность принимать traffic.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SIGTERM/SIGINT должны запускать graceful shutdown.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HTTP server и Prisma connections нужно закрывать корректно.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Reverse proxy часто принимает внешний HTTPS traffic.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trust proxy должен соответствовать реальной topology.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Production readiness проверяется до deployment, а не после аварии.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Production Readiness • Node.js / Express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2858</Words>
  <Application>Microsoft Office PowerPoint</Application>
  <PresentationFormat>Широкоэкранный</PresentationFormat>
  <Paragraphs>363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Подготовка приложения к Production-окружению</dc:title>
  <dc:subject>Configuration, health checks, graceful shutdown и reverse proxy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2026-09-23T11:15:49Z</dcterms:modified>
  <cp:category/>
</cp:coreProperties>
</file>